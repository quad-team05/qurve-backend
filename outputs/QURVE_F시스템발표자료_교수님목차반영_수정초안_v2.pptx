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21353abe1b441f" /><Relationship Type="http://schemas.openxmlformats.org/officeDocument/2006/relationships/extended-properties" Target="/docProps/app.xml" Id="Rc748baf8314144ee" /><Relationship Type="http://schemas.openxmlformats.org/officeDocument/2006/relationships/officeDocument" Target="/ppt/presentation.xml" Id="Rb1aefe4df1fb4ed8" /></Relationships>
</file>

<file path=ppt/presentation.xml><?xml version="1.0" encoding="utf-8"?>
<p:presentation xmlns:p="http://schemas.openxmlformats.org/presentationml/2006/main">
  <p:sldMasterIdLst>
    <p:sldMasterId xmlns:r="http://schemas.openxmlformats.org/officeDocument/2006/relationships" id="2147483648" r:id="R7ecb71378cac4eb9"/>
  </p:sldMasterIdLst>
  <p:notesMasterIdLst>
    <p:notesMasterId xmlns:r="http://schemas.openxmlformats.org/officeDocument/2006/relationships" r:id="R66370ffc223c4638"/>
  </p:notesMasterIdLst>
  <p:sldIdLst>
    <p:sldId xmlns:r="http://schemas.openxmlformats.org/officeDocument/2006/relationships" id="256" r:id="R8ac52c0fdb234fca"/>
    <p:sldId xmlns:r="http://schemas.openxmlformats.org/officeDocument/2006/relationships" id="257" r:id="R467ca138b4ff4ea5"/>
    <p:sldId xmlns:r="http://schemas.openxmlformats.org/officeDocument/2006/relationships" id="258" r:id="R5dae7813d0a941c0"/>
    <p:sldId xmlns:r="http://schemas.openxmlformats.org/officeDocument/2006/relationships" id="259" r:id="Rcc464b5e98504b71"/>
    <p:sldId xmlns:r="http://schemas.openxmlformats.org/officeDocument/2006/relationships" id="260" r:id="R11900ece3b7346ac"/>
    <p:sldId xmlns:r="http://schemas.openxmlformats.org/officeDocument/2006/relationships" id="261" r:id="R377c46ec90254963"/>
    <p:sldId xmlns:r="http://schemas.openxmlformats.org/officeDocument/2006/relationships" id="262" r:id="R28499e67ecda4c3f"/>
    <p:sldId xmlns:r="http://schemas.openxmlformats.org/officeDocument/2006/relationships" id="263" r:id="R067ca821f70c4768"/>
    <p:sldId xmlns:r="http://schemas.openxmlformats.org/officeDocument/2006/relationships" id="264" r:id="R3487c888a5dc4261"/>
    <p:sldId xmlns:r="http://schemas.openxmlformats.org/officeDocument/2006/relationships" id="265" r:id="R91a2ad5ead9143a2"/>
    <p:sldId xmlns:r="http://schemas.openxmlformats.org/officeDocument/2006/relationships" id="266" r:id="R199f116cc6844bdc"/>
    <p:sldId xmlns:r="http://schemas.openxmlformats.org/officeDocument/2006/relationships" id="267" r:id="R90730a64ef254acb"/>
    <p:sldId xmlns:r="http://schemas.openxmlformats.org/officeDocument/2006/relationships" id="268" r:id="Re034dcfd9f5243b5"/>
    <p:sldId xmlns:r="http://schemas.openxmlformats.org/officeDocument/2006/relationships" id="269" r:id="Rb6f726754e984873"/>
    <p:sldId xmlns:r="http://schemas.openxmlformats.org/officeDocument/2006/relationships" id="270" r:id="Rbf4fb69a65394bbd"/>
    <p:sldId xmlns:r="http://schemas.openxmlformats.org/officeDocument/2006/relationships" id="271" r:id="Ra40aee9432e345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448ff64b8a4eaa" /><Relationship Type="http://schemas.openxmlformats.org/officeDocument/2006/relationships/slideMaster" Target="/ppt/slideMasters/slideMaster1.xml" Id="R7ecb71378cac4eb9" /><Relationship Type="http://schemas.openxmlformats.org/officeDocument/2006/relationships/notesMaster" Target="/ppt/notesMasters/notesMaster1.xml" Id="R66370ffc223c4638" /><Relationship Type="http://schemas.openxmlformats.org/officeDocument/2006/relationships/presProps" Target="/ppt/presProps.xml" Id="Ra4ed498536174051" /><Relationship Type="http://schemas.openxmlformats.org/officeDocument/2006/relationships/tableStyles" Target="/ppt/tableStyles.xml" Id="Rd251932490a9416f" /><Relationship Type="http://schemas.openxmlformats.org/officeDocument/2006/relationships/slide" Target="/ppt/slides/slide1.xml" Id="R8ac52c0fdb234fca" /><Relationship Type="http://schemas.openxmlformats.org/officeDocument/2006/relationships/slide" Target="/ppt/slides/slide2.xml" Id="R467ca138b4ff4ea5" /><Relationship Type="http://schemas.openxmlformats.org/officeDocument/2006/relationships/slide" Target="/ppt/slides/slide3.xml" Id="R5dae7813d0a941c0" /><Relationship Type="http://schemas.openxmlformats.org/officeDocument/2006/relationships/slide" Target="/ppt/slides/slide4.xml" Id="Rcc464b5e98504b71" /><Relationship Type="http://schemas.openxmlformats.org/officeDocument/2006/relationships/slide" Target="/ppt/slides/slide5.xml" Id="R11900ece3b7346ac" /><Relationship Type="http://schemas.openxmlformats.org/officeDocument/2006/relationships/slide" Target="/ppt/slides/slide6.xml" Id="R377c46ec90254963" /><Relationship Type="http://schemas.openxmlformats.org/officeDocument/2006/relationships/slide" Target="/ppt/slides/slide7.xml" Id="R28499e67ecda4c3f" /><Relationship Type="http://schemas.openxmlformats.org/officeDocument/2006/relationships/slide" Target="/ppt/slides/slide8.xml" Id="R067ca821f70c4768" /><Relationship Type="http://schemas.openxmlformats.org/officeDocument/2006/relationships/slide" Target="/ppt/slides/slide9.xml" Id="R3487c888a5dc4261" /><Relationship Type="http://schemas.openxmlformats.org/officeDocument/2006/relationships/slide" Target="/ppt/slides/slide10.xml" Id="R91a2ad5ead9143a2" /><Relationship Type="http://schemas.openxmlformats.org/officeDocument/2006/relationships/slide" Target="/ppt/slides/slide11.xml" Id="R199f116cc6844bdc" /><Relationship Type="http://schemas.openxmlformats.org/officeDocument/2006/relationships/slide" Target="/ppt/slides/slide12.xml" Id="R90730a64ef254acb" /><Relationship Type="http://schemas.openxmlformats.org/officeDocument/2006/relationships/slide" Target="/ppt/slides/slide13.xml" Id="Re034dcfd9f5243b5" /><Relationship Type="http://schemas.openxmlformats.org/officeDocument/2006/relationships/slide" Target="/ppt/slides/slide14.xml" Id="Rb6f726754e984873" /><Relationship Type="http://schemas.openxmlformats.org/officeDocument/2006/relationships/slide" Target="/ppt/slides/slide15.xml" Id="Rbf4fb69a65394bbd" /><Relationship Type="http://schemas.openxmlformats.org/officeDocument/2006/relationships/slide" Target="/ppt/slides/slide16.xml" Id="Ra40aee9432e345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6547deb5e04a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d58da1f7704482" /><Relationship Type="http://schemas.openxmlformats.org/officeDocument/2006/relationships/notesMaster" Target="/ppt/notesMasters/notesMaster1.xml" Id="R17f047a5d21b47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6a9225b7994ea4" /><Relationship Type="http://schemas.openxmlformats.org/officeDocument/2006/relationships/notesMaster" Target="/ppt/notesMasters/notesMaster1.xml" Id="R66494d3653ce46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064c8d682d4976" /><Relationship Type="http://schemas.openxmlformats.org/officeDocument/2006/relationships/notesMaster" Target="/ppt/notesMasters/notesMaster1.xml" Id="Rf702b66d179843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fdb57b9e964f60" /><Relationship Type="http://schemas.openxmlformats.org/officeDocument/2006/relationships/notesMaster" Target="/ppt/notesMasters/notesMaster1.xml" Id="R73b147019cea4d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4a2349317244a7" /><Relationship Type="http://schemas.openxmlformats.org/officeDocument/2006/relationships/notesMaster" Target="/ppt/notesMasters/notesMaster1.xml" Id="R611a95f272f549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3432e2b96c4a3f" /><Relationship Type="http://schemas.openxmlformats.org/officeDocument/2006/relationships/notesMaster" Target="/ppt/notesMasters/notesMaster1.xml" Id="Ra902f8cb4cd143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c9cadde72d4775" /><Relationship Type="http://schemas.openxmlformats.org/officeDocument/2006/relationships/notesMaster" Target="/ppt/notesMasters/notesMaster1.xml" Id="Rf1a10883ab174b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ff7f7a2ccb495d" /><Relationship Type="http://schemas.openxmlformats.org/officeDocument/2006/relationships/notesMaster" Target="/ppt/notesMasters/notesMaster1.xml" Id="Rab6919dcf67e45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76b8755b4c477d" /><Relationship Type="http://schemas.openxmlformats.org/officeDocument/2006/relationships/notesMaster" Target="/ppt/notesMasters/notesMaster1.xml" Id="R9821592b10ba4c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b8d3d23bdb4124" /><Relationship Type="http://schemas.openxmlformats.org/officeDocument/2006/relationships/notesMaster" Target="/ppt/notesMasters/notesMaster1.xml" Id="Ra4afc5780c344b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b1221ef0c6440c" /><Relationship Type="http://schemas.openxmlformats.org/officeDocument/2006/relationships/notesMaster" Target="/ppt/notesMasters/notesMaster1.xml" Id="R575f60f2eea44f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61feba9a6f4055" /><Relationship Type="http://schemas.openxmlformats.org/officeDocument/2006/relationships/notesMaster" Target="/ppt/notesMasters/notesMaster1.xml" Id="Ra30b839af85e4a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f295830408b4bf7" /><Relationship Type="http://schemas.openxmlformats.org/officeDocument/2006/relationships/notesMaster" Target="/ppt/notesMasters/notesMaster1.xml" Id="R8fadf93e0783419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fde0d8c630a4be4" /><Relationship Type="http://schemas.openxmlformats.org/officeDocument/2006/relationships/notesMaster" Target="/ppt/notesMasters/notesMaster1.xml" Id="R307635b8c3e844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fce62a3520b4f31" /><Relationship Type="http://schemas.openxmlformats.org/officeDocument/2006/relationships/notesMaster" Target="/ppt/notesMasters/notesMaster1.xml" Id="R8ecb7aa49a9149f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934bb0b0c2c4064" /><Relationship Type="http://schemas.openxmlformats.org/officeDocument/2006/relationships/notesMaster" Target="/ppt/notesMasters/notesMaster1.xml" Id="R3a298dac826043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목차는 사용자가 제공한 교수님 F시스템 발표(1차구현데모) 목차 이미지를 따름. P시스템은 1학기 프로토타입, F시스템은 현재 구현 범위로 구분. 시연은 별도 진행되어 데모 동선 슬라이드는 넣지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QURVE 설계보고서 1.1 시스템 정의, 4.1 예상 사용 시나리오. QURVE 최종보고서 1.1 개발 개요, 4.2 주요 구현 기능, 4.3 사용자 시나리오. 보고서의 개발 목표와 구현 사실을 구분. 1학기 보고서에는 일본어를 1차 개발 언어로 명시.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 출처: 설계보고서 시스템 정의·개발 목표, 최종보고서 4.2 주요 구현 기능. F 출처: 백엔드 origin/develop 2026-09-19의 LearningService, ProblemService, ProblemSetService, VocabularyService, EnglishVocabularyDataInitializer; 프론트 develop 2026-09-16. P에 없는 기능이라고 단정하지 않고 보고서의 기술 수준과 현 코드의 확인 가능한 차이만 기술.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backend origin/develop LevelService 언어별 질문/결과, LearningService 날짜/레벨 선택, ProblemService 제출, VocabularyService 상태, AiService 레벨·최근 20개 메시지와 Gemini 호출, 통계 서비스. "AI 맞춤 추천"을 현재 구현처럼 표현하지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백엔드 origin/develop src/main/resources/data CSV 행 기준. Japanese 단어 elzup_jlpt_n*.csv 7,972행, 문제 고유키 1,056; English english_vocabulary.csv 9,935행, QURVE_EN_* 6개 300행. 영어 문제 reviewStatus는 모두 UNREVIEWED. 영어 서버는 진단, 콘텐츠, 오늘 학습, AI 언어 분기. 프론트 develop app/(app)/learning/vocab/list.tsx 및 lib/api/vocabulary.ts는 JLPT N1–N5.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시나리오의 대학생은 QURVE 최종보고서 4.3 일본어 입문 대학생 A에서 가져옴. 현재 기능 연결: LevelService, LearningService.findTodayLearning, frontend app/(app)/level/test.tsx 및 app/(tabs)/index.tsx. "계정의 학습 언어"를 표현하고 사용자가 앱 화면에서 자유롭게 일본어/영어를 전환할 수 있다고 단정하지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시나리오의 짧은 학습은 최종보고서 4.3 직장인 B의 니즈에서 가져옴. 현 코드의 흐름: LearningService today selection, ProblemService submit, VocabularyService unit progress/UserWordStudy, WrongNoteService, bookmark. 프론트 일부 오답 상세에는 샘플 데이터가 남아 있으므로 전체 복습 UI가 최신 서버 기록과 완전 연동되었다고 주장하지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backend origin/develop ProblemService, XpService, AttendanceService, ChallengeProgressService, LearningService study time and statistics, AiService recent 20 messages/level and language prompt. 최종보고서 4.3 직장인 시나리오와 대응. AI 답변 품질 및 학습 성과 개선은 측정하지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이전 Gamma 발표자료 https://gamma.app/docs/QURVE--ihibxxa634ukgs8?mode=doc. 11명, 9개 항목, 편의성 3.55/5, 실제 사용 의향 3.64/5, 콘텐츠 난이도와 레벨 적절성 3.4/5. 일본어 베타의 과거 결과이며 현재 F시스템 효과를 측정한 값이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요구 도출: 최종보고서 개발 동기/차별성/사용자 시나리오, 이전 Gamma 베타 요청. 코드 근거: LevelService, LearningService, ProblemService, VocabularyService, statistics, attendance, challenge services. 완료 범위는 코드 경로 확인으로 표현하고 실사용 검증 완료와 구분. 영어 프론트 vocab UI JLPT only, wrong-note frontend 일부 샘플 데이터.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2026-09-28 프론트 develop에서 ./node_modules/.bin/tsc --noEmit exit 0, vitest run 1 file/2 tests pass, eslint . --no-cache exit 0 with 5 warnings. 통합 시연, 영어 UI 연결, 사용자별 데이터 정합성, 성능·지연 측정은 본 슬라이드의 검증 기준이며 완료 결과로 주장하지 않음. 백엔드 origin/develop에는 CI/deploy workflow가 있으나 실운영 성공 수치는 확인하지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그림: QURVE 설계보고서 이미지13 및 최종보고서 이미지28. 원 보고서의 OpenAI GPT, Azure Speech, JMdict, Google Translate 등은 현재 코드의 서비스 의존성과 달라 그대로 사용하지 않음. 현재 코드 근거: frontend package.json/lib/api; backend origin/develop Spring Boot controllers/services/repositories, MySQL JPA, Redis AuthService, AiService Gemini, ExpressionService Tatoeba, VocabularyAudioService VoiceRSS. Nginx/Docker 운영 세부는 이 고수준 구조도에서 생략.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1학기 최종보고서 [그림 3-7] ERD와 백엔드 origin/develop domain entity들을 추상화. 실제 테이블의 모든 열과 cardinality를 그린 ERD가 아니라 발표용 관계 구조. ProblemSubmission, WrongNote, UnitProgress, UserWordStudy, AttendanceRecord, XpHistory, StudyStatistics, AiChatRoom/Message, Challenge/Progress의 User 관계를 확인. AI 메시지는 AiChatRoom을 통해 사용자에 연결됨.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backend origin/develop ProblemService.submit @Transactional (언어/선택지 검증, ProblemSubmission, wrong note, XP, challenge), ProblemSetService.complete @Transactional (distinct/sorted IDs, CompletionKeyGenerator, latest submissions, existing completion early return, XP, attendance), ProblemSetCompletion unique(user_id,set_key). 동시성 경합 전체에 대한 부하 검증을 완료했다고 주장하지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요청대로 상세 향후 계획을 비워둔 편집 가능한 양식. 팀이 발표 직전 완성도·차별성·시연효과의 실제 실행 항목과 완료 기준을 직접 입력.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요청대로 일정의 상세 내용과 날짜를 비워둔 편집 가능한 양식. 일정, 담당자, 작업, 완료 기준을 임의로 기입하지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72958b353447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690ccb80e3494e" /><Relationship Type="http://schemas.openxmlformats.org/officeDocument/2006/relationships/slideLayout" Target="/ppt/slideLayouts/slideLayout1.xml" Id="Rdf6d7de19bf842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6d7de19bf842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a0767f271b46b2" /><Relationship Type="http://schemas.openxmlformats.org/officeDocument/2006/relationships/image" Target="/ppt/media/image.png" Id="Rf5799692a2ea4f08" /><Relationship Type="http://schemas.openxmlformats.org/officeDocument/2006/relationships/notesSlide" Target="/ppt/notesSlides/notesSlide1.xml" Id="Rdc1e8541b96a48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b021ee234c475a" /><Relationship Type="http://schemas.openxmlformats.org/officeDocument/2006/relationships/notesSlide" Target="/ppt/notesSlides/notesSlide2.xml" Id="R94796676321441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63f800f8434e64" /><Relationship Type="http://schemas.openxmlformats.org/officeDocument/2006/relationships/notesSlide" Target="/ppt/notesSlides/notesSlide3.xml" Id="R824e10508c5746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018a6dab6e64ca4" /><Relationship Type="http://schemas.openxmlformats.org/officeDocument/2006/relationships/notesSlide" Target="/ppt/notesSlides/notesSlide4.xml" Id="R11c204e1e7f041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fd0b4711ae24e3e" /><Relationship Type="http://schemas.openxmlformats.org/officeDocument/2006/relationships/notesSlide" Target="/ppt/notesSlides/notesSlide5.xml" Id="R63b7bd2eb4c148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ccd950673e54444" /><Relationship Type="http://schemas.openxmlformats.org/officeDocument/2006/relationships/notesSlide" Target="/ppt/notesSlides/notesSlide6.xml" Id="R90420200780549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38afd7090e4526" /><Relationship Type="http://schemas.openxmlformats.org/officeDocument/2006/relationships/notesSlide" Target="/ppt/notesSlides/notesSlide7.xml" Id="R63ceabf6ec494b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392d9ed0104924" /><Relationship Type="http://schemas.openxmlformats.org/officeDocument/2006/relationships/notesSlide" Target="/ppt/notesSlides/notesSlide8.xml" Id="Rf322c915cd2d41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0db8a7c6fcf417a" /><Relationship Type="http://schemas.openxmlformats.org/officeDocument/2006/relationships/notesSlide" Target="/ppt/notesSlides/notesSlide9.xml" Id="Ra627420de60448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e0bce95bd6b493b" /><Relationship Type="http://schemas.openxmlformats.org/officeDocument/2006/relationships/notesSlide" Target="/ppt/notesSlides/notesSlide10.xml" Id="Re4e632b396734f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27b8b9327664a4a" /><Relationship Type="http://schemas.openxmlformats.org/officeDocument/2006/relationships/notesSlide" Target="/ppt/notesSlides/notesSlide11.xml" Id="R052cd69d5a9b4d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511185baba5428a" /><Relationship Type="http://schemas.openxmlformats.org/officeDocument/2006/relationships/notesSlide" Target="/ppt/notesSlides/notesSlide12.xml" Id="Rc560a8f3b8494c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20cf0bf6e2b43cf" /><Relationship Type="http://schemas.openxmlformats.org/officeDocument/2006/relationships/notesSlide" Target="/ppt/notesSlides/notesSlide13.xml" Id="R2071639eb1bd47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ba68d4c53f44f60" /><Relationship Type="http://schemas.openxmlformats.org/officeDocument/2006/relationships/notesSlide" Target="/ppt/notesSlides/notesSlide14.xml" Id="Ra54c7d4f5c254d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ab512eb32d345f2" /><Relationship Type="http://schemas.openxmlformats.org/officeDocument/2006/relationships/notesSlide" Target="/ppt/notesSlides/notesSlide15.xml" Id="Rf01bc757de0f4d4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704154c0277451b" /><Relationship Type="http://schemas.openxmlformats.org/officeDocument/2006/relationships/notesSlide" Target="/ppt/notesSlides/notesSlide16.xml" Id="R14e71996e2594efa" /></Relationships>
</file>

<file path=ppt/slides/slide1.xml><?xml version="1.0" encoding="utf-8"?>
<p:sld xmlns:p="http://schemas.openxmlformats.org/presentationml/2006/main">
  <p:cSld>
    <p:bg>
      <p:bgPr>
        <a:solidFill xmlns:a="http://schemas.openxmlformats.org/drawingml/2006/main">
          <a:srgbClr val="193C33"/>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5799692a2ea4f08"/>
          <a:stretch xmlns:a="http://schemas.openxmlformats.org/drawingml/2006/main"/>
        </p:blipFill>
        <p:spPr>
          <a:xfrm xmlns:a="http://schemas.openxmlformats.org/drawingml/2006/main">
            <a:off x="771525" y="628650"/>
            <a:ext cx="1143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10AF0A-0424-4A18-9018-80423ABE9A12}"/>
              </a:ext>
            </a:extLst>
          </p:cNvPr>
          <p:cNvSpPr>
            <a:spLocks xmlns:a="http://schemas.openxmlformats.org/drawingml/2006/main" noGrp="1"/>
          </p:cNvSpPr>
          <p:nvPr/>
        </p:nvSpPr>
        <p:spPr>
          <a:xfrm xmlns:a="http://schemas.openxmlformats.org/drawingml/2006/main">
            <a:off x="742950" y="1952625"/>
            <a:ext cx="1009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825" b="1">
                <a:solidFill>
                  <a:srgbClr val="B4DCC8"/>
                </a:solidFill>
                <a:latin typeface="NanumGothic"/>
                <a:ea typeface="NanumGothic"/>
                <a:cs typeface="NanumGothic"/>
              </a:defRPr>
            </a:pPr>
            <a:r>
              <a:rPr sz="6825" b="1">
                <a:solidFill>
                  <a:srgbClr val="B4DCC8"/>
                </a:solidFill>
                <a:latin typeface="NanumGothic"/>
                <a:ea typeface="NanumGothic"/>
                <a:cs typeface="NanumGothic"/>
              </a:rPr>
              <a:t>QURVE</a:t>
            </a:r>
          </a:p>
        </p:txBody>
      </p:sp>
      <p:sp>
        <p:nvSpPr>
          <p:cNvPr id="3" name="">
            <a:extLst xmlns:a="http://schemas.openxmlformats.org/drawingml/2006/main">
              <a:ext uri="{FF2B5EF4-FFF2-40B4-BE49-F238E27FC236}">
                <a16:creationId xmlns:a16="http://schemas.microsoft.com/office/drawing/2014/main" id="{C8C56DE1-6F34-4A49-BEEC-967D7590715A}"/>
              </a:ext>
            </a:extLst>
          </p:cNvPr>
          <p:cNvSpPr>
            <a:spLocks xmlns:a="http://schemas.openxmlformats.org/drawingml/2006/main" noGrp="1"/>
          </p:cNvSpPr>
          <p:nvPr/>
        </p:nvSpPr>
        <p:spPr>
          <a:xfrm xmlns:a="http://schemas.openxmlformats.org/drawingml/2006/main">
            <a:off x="771525" y="3333750"/>
            <a:ext cx="1009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750" b="1">
                <a:solidFill>
                  <a:srgbClr val="FFFFFF"/>
                </a:solidFill>
                <a:latin typeface="NanumGothic"/>
                <a:ea typeface="NanumGothic"/>
                <a:cs typeface="NanumGothic"/>
              </a:defRPr>
            </a:pPr>
            <a:r>
              <a:rPr sz="3750" b="1">
                <a:solidFill>
                  <a:srgbClr val="FFFFFF"/>
                </a:solidFill>
                <a:latin typeface="NanumGothic"/>
                <a:ea typeface="NanumGothic"/>
                <a:cs typeface="NanumGothic"/>
              </a:rPr>
              <a:t>F시스템 발표</a:t>
            </a:r>
          </a:p>
        </p:txBody>
      </p:sp>
      <p:sp>
        <p:nvSpPr>
          <p:cNvPr id="4" name="">
            <a:extLst xmlns:a="http://schemas.openxmlformats.org/drawingml/2006/main">
              <a:ext uri="{FF2B5EF4-FFF2-40B4-BE49-F238E27FC236}">
                <a16:creationId xmlns:a16="http://schemas.microsoft.com/office/drawing/2014/main" id="{1D95FCE0-7150-441C-B37C-46AA004B9225}"/>
              </a:ext>
            </a:extLst>
          </p:cNvPr>
          <p:cNvSpPr>
            <a:spLocks xmlns:a="http://schemas.openxmlformats.org/drawingml/2006/main" noGrp="1"/>
          </p:cNvSpPr>
          <p:nvPr/>
        </p:nvSpPr>
        <p:spPr>
          <a:xfrm xmlns:a="http://schemas.openxmlformats.org/drawingml/2006/main">
            <a:off x="781050" y="4076700"/>
            <a:ext cx="971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FFFFFF"/>
                </a:solidFill>
                <a:latin typeface="NanumGothic"/>
                <a:ea typeface="NanumGothic"/>
                <a:cs typeface="NanumGothic"/>
              </a:defRPr>
            </a:pPr>
            <a:r>
              <a:rPr sz="2400" b="0">
                <a:solidFill>
                  <a:srgbClr val="FFFFFF"/>
                </a:solidFill>
                <a:latin typeface="NanumGothic"/>
                <a:ea typeface="NanumGothic"/>
                <a:cs typeface="NanumGothic"/>
              </a:rPr>
              <a:t>기존 프로토타입에서 최종 시스템까지</a:t>
            </a:r>
          </a:p>
        </p:txBody>
      </p:sp>
      <p:sp>
        <p:nvSpPr>
          <p:cNvPr id="5" name="">
            <a:extLst xmlns:a="http://schemas.openxmlformats.org/drawingml/2006/main">
              <a:ext uri="{FF2B5EF4-FFF2-40B4-BE49-F238E27FC236}">
                <a16:creationId xmlns:a16="http://schemas.microsoft.com/office/drawing/2014/main" id="{BB863D0C-5074-4904-BBE9-04B162F326D9}"/>
              </a:ext>
            </a:extLst>
          </p:cNvPr>
          <p:cNvSpPr>
            <a:spLocks xmlns:a="http://schemas.openxmlformats.org/drawingml/2006/main" noGrp="1"/>
          </p:cNvSpPr>
          <p:nvPr/>
        </p:nvSpPr>
        <p:spPr>
          <a:xfrm xmlns:a="http://schemas.openxmlformats.org/drawingml/2006/main">
            <a:off x="762000" y="5153025"/>
            <a:ext cx="10553700" cy="0"/>
          </a:xfrm>
          <a:prstGeom xmlns:a="http://schemas.openxmlformats.org/drawingml/2006/main" prst="line">
            <a:avLst/>
          </a:prstGeom>
          <a:noFill xmlns:a="http://schemas.openxmlformats.org/drawingml/2006/main"/>
          <a:ln xmlns:a="http://schemas.openxmlformats.org/drawingml/2006/main" w="28575">
            <a:solidFill>
              <a:srgbClr val="5EA889"/>
            </a:solidFill>
          </a:ln>
        </p:spPr>
      </p:sp>
      <p:sp>
        <p:nvSpPr>
          <p:cNvPr id="6" name="">
            <a:extLst xmlns:a="http://schemas.openxmlformats.org/drawingml/2006/main">
              <a:ext uri="{FF2B5EF4-FFF2-40B4-BE49-F238E27FC236}">
                <a16:creationId xmlns:a16="http://schemas.microsoft.com/office/drawing/2014/main" id="{66261BC2-7C01-496A-B1BE-5BE0130CC6F8}"/>
              </a:ext>
            </a:extLst>
          </p:cNvPr>
          <p:cNvSpPr>
            <a:spLocks xmlns:a="http://schemas.openxmlformats.org/drawingml/2006/main" noGrp="1"/>
          </p:cNvSpPr>
          <p:nvPr/>
        </p:nvSpPr>
        <p:spPr>
          <a:xfrm xmlns:a="http://schemas.openxmlformats.org/drawingml/2006/main">
            <a:off x="771525" y="54578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B4DCC8"/>
                </a:solidFill>
                <a:latin typeface="NanumGothic"/>
                <a:ea typeface="NanumGothic"/>
                <a:cs typeface="NanumGothic"/>
              </a:defRPr>
            </a:pPr>
            <a:r>
              <a:rPr sz="1575" b="1">
                <a:solidFill>
                  <a:srgbClr val="B4DCC8"/>
                </a:solidFill>
                <a:latin typeface="NanumGothic"/>
                <a:ea typeface="NanumGothic"/>
                <a:cs typeface="NanumGothic"/>
              </a:rPr>
              <a:t>발표자료 초안</a:t>
            </a:r>
          </a:p>
        </p:txBody>
      </p:sp>
      <p:sp>
        <p:nvSpPr>
          <p:cNvPr id="7" name="">
            <a:extLst xmlns:a="http://schemas.openxmlformats.org/drawingml/2006/main">
              <a:ext uri="{FF2B5EF4-FFF2-40B4-BE49-F238E27FC236}">
                <a16:creationId xmlns:a16="http://schemas.microsoft.com/office/drawing/2014/main" id="{ADEF4096-8EBD-4EA2-BCE0-DAB709A286CB}"/>
              </a:ext>
            </a:extLst>
          </p:cNvPr>
          <p:cNvSpPr>
            <a:spLocks xmlns:a="http://schemas.openxmlformats.org/drawingml/2006/main" noGrp="1"/>
          </p:cNvSpPr>
          <p:nvPr/>
        </p:nvSpPr>
        <p:spPr>
          <a:xfrm xmlns:a="http://schemas.openxmlformats.org/drawingml/2006/main">
            <a:off x="9705975" y="5457825"/>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0">
                <a:solidFill>
                  <a:srgbClr val="B4DCC8"/>
                </a:solidFill>
                <a:latin typeface="NanumGothic"/>
                <a:ea typeface="NanumGothic"/>
                <a:cs typeface="NanumGothic"/>
              </a:defRPr>
            </a:pPr>
            <a:r>
              <a:rPr sz="1500" b="0">
                <a:solidFill>
                  <a:srgbClr val="B4DCC8"/>
                </a:solidFill>
                <a:latin typeface="NanumGothic"/>
                <a:ea typeface="NanumGothic"/>
                <a:cs typeface="NanumGothic"/>
              </a:rPr>
              <a:t>QUAD</a:t>
            </a:r>
          </a:p>
        </p:txBody>
      </p:sp>
    </p:spTree>
    <p:extLst>
      <p:ext uri="{BB962C8B-B14F-4D97-AF65-F5344CB8AC3E}">
        <p14:creationId xmlns:p14="http://schemas.microsoft.com/office/powerpoint/2010/main" val="1017619326"/>
      </p:ext>
    </p:extLst>
  </p:cSld>
</p:sld>
</file>

<file path=ppt/slides/slide2.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FB60522-46E6-456A-B38E-73D94C87414C}"/>
              </a:ext>
            </a:extLst>
          </p:cNvPr>
          <p:cNvSpPr>
            <a:spLocks xmlns:a="http://schemas.openxmlformats.org/drawingml/2006/main" noGrp="1"/>
          </p:cNvSpPr>
          <p:nvPr/>
        </p:nvSpPr>
        <p:spPr>
          <a:xfrm xmlns:a="http://schemas.openxmlformats.org/drawingml/2006/main">
            <a:off x="723900" y="2952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EA889"/>
                </a:solidFill>
                <a:latin typeface="NanumGothic"/>
                <a:ea typeface="NanumGothic"/>
                <a:cs typeface="NanumGothic"/>
              </a:defRPr>
            </a:pPr>
            <a:r>
              <a:rPr sz="1200" b="1">
                <a:solidFill>
                  <a:srgbClr val="5EA889"/>
                </a:solidFill>
                <a:latin typeface="NanumGothic"/>
                <a:ea typeface="NanumGothic"/>
                <a:cs typeface="NanumGothic"/>
              </a:rPr>
              <a:t>1. 프로젝트 개요  /  1.1 기존 P시스템 정의</a:t>
            </a:r>
          </a:p>
        </p:txBody>
      </p:sp>
      <p:sp>
        <p:nvSpPr>
          <p:cNvPr id="2" name="">
            <a:extLst xmlns:a="http://schemas.openxmlformats.org/drawingml/2006/main">
              <a:ext uri="{FF2B5EF4-FFF2-40B4-BE49-F238E27FC236}">
                <a16:creationId xmlns:a16="http://schemas.microsoft.com/office/drawing/2014/main" id="{B338EFC5-3FFF-42E4-B6C3-B3B271E45BC8}"/>
              </a:ext>
            </a:extLst>
          </p:cNvPr>
          <p:cNvSpPr>
            <a:spLocks xmlns:a="http://schemas.openxmlformats.org/drawingml/2006/main" noGrp="1"/>
          </p:cNvSpPr>
          <p:nvPr/>
        </p:nvSpPr>
        <p:spPr>
          <a:xfrm xmlns:a="http://schemas.openxmlformats.org/drawingml/2006/main">
            <a:off x="723900" y="714375"/>
            <a:ext cx="10725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93C33"/>
                </a:solidFill>
                <a:latin typeface="NanumGothic"/>
                <a:ea typeface="NanumGothic"/>
                <a:cs typeface="NanumGothic"/>
              </a:defRPr>
            </a:pPr>
            <a:r>
              <a:rPr sz="2925" b="1">
                <a:solidFill>
                  <a:srgbClr val="193C33"/>
                </a:solidFill>
                <a:latin typeface="NanumGothic"/>
                <a:ea typeface="NanumGothic"/>
                <a:cs typeface="NanumGothic"/>
              </a:rPr>
              <a:t>1학기 P시스템은 일본어 중심 프로토타입</a:t>
            </a:r>
          </a:p>
        </p:txBody>
      </p:sp>
      <p:sp>
        <p:nvSpPr>
          <p:cNvPr id="3" name="">
            <a:extLst xmlns:a="http://schemas.openxmlformats.org/drawingml/2006/main">
              <a:ext uri="{FF2B5EF4-FFF2-40B4-BE49-F238E27FC236}">
                <a16:creationId xmlns:a16="http://schemas.microsoft.com/office/drawing/2014/main" id="{8478D539-FA9B-4CAF-9B20-DE5490933EB7}"/>
              </a:ext>
            </a:extLst>
          </p:cNvPr>
          <p:cNvSpPr>
            <a:spLocks xmlns:a="http://schemas.openxmlformats.org/drawingml/2006/main" noGrp="1"/>
          </p:cNvSpPr>
          <p:nvPr/>
        </p:nvSpPr>
        <p:spPr>
          <a:xfrm xmlns:a="http://schemas.openxmlformats.org/drawingml/2006/main">
            <a:off x="733425" y="1466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문제 정의부터 주요 화면과 핵심 API까지 학습 흐름의 첫 버전을 구축</a:t>
            </a:r>
          </a:p>
        </p:txBody>
      </p:sp>
      <p:sp>
        <p:nvSpPr>
          <p:cNvPr id="4" name="">
            <a:extLst xmlns:a="http://schemas.openxmlformats.org/drawingml/2006/main">
              <a:ext uri="{FF2B5EF4-FFF2-40B4-BE49-F238E27FC236}">
                <a16:creationId xmlns:a16="http://schemas.microsoft.com/office/drawing/2014/main" id="{2D9381E9-4F4A-469A-B50D-8DE55A39C6A8}"/>
              </a:ext>
            </a:extLst>
          </p:cNvPr>
          <p:cNvSpPr>
            <a:spLocks xmlns:a="http://schemas.openxmlformats.org/drawingml/2006/main" noGrp="1"/>
          </p:cNvSpPr>
          <p:nvPr/>
        </p:nvSpPr>
        <p:spPr>
          <a:xfrm xmlns:a="http://schemas.openxmlformats.org/drawingml/2006/main">
            <a:off x="723900" y="6134100"/>
            <a:ext cx="107346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5" name="">
            <a:extLst xmlns:a="http://schemas.openxmlformats.org/drawingml/2006/main">
              <a:ext uri="{FF2B5EF4-FFF2-40B4-BE49-F238E27FC236}">
                <a16:creationId xmlns:a16="http://schemas.microsoft.com/office/drawing/2014/main" id="{17818996-1044-4DBE-B261-1EEE1D642116}"/>
              </a:ext>
            </a:extLst>
          </p:cNvPr>
          <p:cNvSpPr>
            <a:spLocks xmlns:a="http://schemas.openxmlformats.org/drawingml/2006/main" noGrp="1"/>
          </p:cNvSpPr>
          <p:nvPr/>
        </p:nvSpPr>
        <p:spPr>
          <a:xfrm xmlns:a="http://schemas.openxmlformats.org/drawingml/2006/main">
            <a:off x="733425" y="62388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607268"/>
                </a:solidFill>
                <a:latin typeface="NanumGothic"/>
                <a:ea typeface="NanumGothic"/>
                <a:cs typeface="NanumGothic"/>
              </a:defRPr>
            </a:pPr>
            <a:r>
              <a:rPr sz="975" b="0">
                <a:solidFill>
                  <a:srgbClr val="607268"/>
                </a:solidFill>
                <a:latin typeface="NanumGothic"/>
                <a:ea typeface="NanumGothic"/>
                <a:cs typeface="NanumGothic"/>
              </a:rPr>
              <a:t>QURVE  /  F시스템 발표</a:t>
            </a:r>
          </a:p>
        </p:txBody>
      </p:sp>
      <p:sp>
        <p:nvSpPr>
          <p:cNvPr id="6" name="">
            <a:extLst xmlns:a="http://schemas.openxmlformats.org/drawingml/2006/main">
              <a:ext uri="{FF2B5EF4-FFF2-40B4-BE49-F238E27FC236}">
                <a16:creationId xmlns:a16="http://schemas.microsoft.com/office/drawing/2014/main" id="{9F4D5BB8-EB5D-417A-8C55-FFC3DDE1B5EC}"/>
              </a:ext>
            </a:extLst>
          </p:cNvPr>
          <p:cNvSpPr>
            <a:spLocks xmlns:a="http://schemas.openxmlformats.org/drawingml/2006/main" noGrp="1"/>
          </p:cNvSpPr>
          <p:nvPr/>
        </p:nvSpPr>
        <p:spPr>
          <a:xfrm xmlns:a="http://schemas.openxmlformats.org/drawingml/2006/main">
            <a:off x="10839450" y="6219825"/>
            <a:ext cx="638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5EA889"/>
                </a:solidFill>
                <a:latin typeface="NanumGothic"/>
                <a:ea typeface="NanumGothic"/>
                <a:cs typeface="NanumGothic"/>
              </a:defRPr>
            </a:pPr>
            <a:r>
              <a:rPr sz="1125" b="1">
                <a:solidFill>
                  <a:srgbClr val="5EA889"/>
                </a:solidFill>
                <a:latin typeface="NanumGothic"/>
                <a:ea typeface="NanumGothic"/>
                <a:cs typeface="NanumGothic"/>
              </a:rPr>
              <a:t>02</a:t>
            </a:r>
          </a:p>
        </p:txBody>
      </p:sp>
      <p:sp>
        <p:nvSpPr>
          <p:cNvPr id="7" name="">
            <a:extLst xmlns:a="http://schemas.openxmlformats.org/drawingml/2006/main">
              <a:ext uri="{FF2B5EF4-FFF2-40B4-BE49-F238E27FC236}">
                <a16:creationId xmlns:a16="http://schemas.microsoft.com/office/drawing/2014/main" id="{29813534-29B7-4E9C-8C98-2821106DD115}"/>
              </a:ext>
            </a:extLst>
          </p:cNvPr>
          <p:cNvSpPr>
            <a:spLocks xmlns:a="http://schemas.openxmlformats.org/drawingml/2006/main" noGrp="1"/>
          </p:cNvSpPr>
          <p:nvPr/>
        </p:nvSpPr>
        <p:spPr>
          <a:xfrm xmlns:a="http://schemas.openxmlformats.org/drawingml/2006/main">
            <a:off x="790575" y="2305050"/>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EA889"/>
                </a:solidFill>
                <a:latin typeface="NanumGothic"/>
                <a:ea typeface="NanumGothic"/>
                <a:cs typeface="NanumGothic"/>
              </a:defRPr>
            </a:pPr>
            <a:r>
              <a:rPr sz="1275" b="1">
                <a:solidFill>
                  <a:srgbClr val="5EA889"/>
                </a:solidFill>
                <a:latin typeface="NanumGothic"/>
                <a:ea typeface="NanumGothic"/>
                <a:cs typeface="NanumGothic"/>
              </a:rPr>
              <a:t>설계 목표</a:t>
            </a:r>
          </a:p>
        </p:txBody>
      </p:sp>
      <p:sp>
        <p:nvSpPr>
          <p:cNvPr id="8" name="">
            <a:extLst xmlns:a="http://schemas.openxmlformats.org/drawingml/2006/main">
              <a:ext uri="{FF2B5EF4-FFF2-40B4-BE49-F238E27FC236}">
                <a16:creationId xmlns:a16="http://schemas.microsoft.com/office/drawing/2014/main" id="{DDA9683D-CC61-4601-9E77-B2764E1441F9}"/>
              </a:ext>
            </a:extLst>
          </p:cNvPr>
          <p:cNvSpPr>
            <a:spLocks xmlns:a="http://schemas.openxmlformats.org/drawingml/2006/main" noGrp="1"/>
          </p:cNvSpPr>
          <p:nvPr/>
        </p:nvSpPr>
        <p:spPr>
          <a:xfrm xmlns:a="http://schemas.openxmlformats.org/drawingml/2006/main">
            <a:off x="6457950" y="2305050"/>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EA889"/>
                </a:solidFill>
                <a:latin typeface="NanumGothic"/>
                <a:ea typeface="NanumGothic"/>
                <a:cs typeface="NanumGothic"/>
              </a:defRPr>
            </a:pPr>
            <a:r>
              <a:rPr sz="1275" b="1">
                <a:solidFill>
                  <a:srgbClr val="5EA889"/>
                </a:solidFill>
                <a:latin typeface="NanumGothic"/>
                <a:ea typeface="NanumGothic"/>
                <a:cs typeface="NanumGothic"/>
              </a:rPr>
              <a:t>보고서에 기록된 구현 범위</a:t>
            </a:r>
          </a:p>
        </p:txBody>
      </p:sp>
      <p:sp>
        <p:nvSpPr>
          <p:cNvPr id="9" name="">
            <a:extLst xmlns:a="http://schemas.openxmlformats.org/drawingml/2006/main">
              <a:ext uri="{FF2B5EF4-FFF2-40B4-BE49-F238E27FC236}">
                <a16:creationId xmlns:a16="http://schemas.microsoft.com/office/drawing/2014/main" id="{A4564509-E43D-48E9-85E6-8C69528B3F20}"/>
              </a:ext>
            </a:extLst>
          </p:cNvPr>
          <p:cNvSpPr>
            <a:spLocks xmlns:a="http://schemas.openxmlformats.org/drawingml/2006/main" noGrp="1"/>
          </p:cNvSpPr>
          <p:nvPr/>
        </p:nvSpPr>
        <p:spPr>
          <a:xfrm xmlns:a="http://schemas.openxmlformats.org/drawingml/2006/main">
            <a:off x="6076950" y="2305050"/>
            <a:ext cx="0" cy="2952750"/>
          </a:xfrm>
          <a:prstGeom xmlns:a="http://schemas.openxmlformats.org/drawingml/2006/main" prst="line">
            <a:avLst/>
          </a:prstGeom>
          <a:noFill xmlns:a="http://schemas.openxmlformats.org/drawingml/2006/main"/>
          <a:ln xmlns:a="http://schemas.openxmlformats.org/drawingml/2006/main" w="19050">
            <a:solidFill>
              <a:srgbClr val="B9D3C3"/>
            </a:solidFill>
          </a:ln>
        </p:spPr>
      </p:sp>
      <p:sp>
        <p:nvSpPr>
          <p:cNvPr id="10" name="">
            <a:extLst xmlns:a="http://schemas.openxmlformats.org/drawingml/2006/main">
              <a:ext uri="{FF2B5EF4-FFF2-40B4-BE49-F238E27FC236}">
                <a16:creationId xmlns:a16="http://schemas.microsoft.com/office/drawing/2014/main" id="{9427619D-5073-478D-ACEF-B7B8D51C81BA}"/>
              </a:ext>
            </a:extLst>
          </p:cNvPr>
          <p:cNvSpPr>
            <a:spLocks xmlns:a="http://schemas.openxmlformats.org/drawingml/2006/main" noGrp="1"/>
          </p:cNvSpPr>
          <p:nvPr/>
        </p:nvSpPr>
        <p:spPr>
          <a:xfrm xmlns:a="http://schemas.openxmlformats.org/drawingml/2006/main">
            <a:off x="790575" y="2752725"/>
            <a:ext cx="481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93C33"/>
                </a:solidFill>
                <a:latin typeface="NanumGothic"/>
                <a:ea typeface="NanumGothic"/>
                <a:cs typeface="NanumGothic"/>
              </a:defRPr>
            </a:pPr>
            <a:r>
              <a:rPr sz="2475" b="1">
                <a:solidFill>
                  <a:srgbClr val="193C33"/>
                </a:solidFill>
                <a:latin typeface="NanumGothic"/>
                <a:ea typeface="NanumGothic"/>
                <a:cs typeface="NanumGothic"/>
              </a:rPr>
              <a:t>수준 진단부터 성장 확인까지</a:t>
            </a:r>
          </a:p>
        </p:txBody>
      </p:sp>
      <p:sp>
        <p:nvSpPr>
          <p:cNvPr id="11" name="">
            <a:extLst xmlns:a="http://schemas.openxmlformats.org/drawingml/2006/main">
              <a:ext uri="{FF2B5EF4-FFF2-40B4-BE49-F238E27FC236}">
                <a16:creationId xmlns:a16="http://schemas.microsoft.com/office/drawing/2014/main" id="{C5A088EC-9658-4302-8070-9CB069C95647}"/>
              </a:ext>
            </a:extLst>
          </p:cNvPr>
          <p:cNvSpPr>
            <a:spLocks xmlns:a="http://schemas.openxmlformats.org/drawingml/2006/main" noGrp="1"/>
          </p:cNvSpPr>
          <p:nvPr/>
        </p:nvSpPr>
        <p:spPr>
          <a:xfrm xmlns:a="http://schemas.openxmlformats.org/drawingml/2006/main">
            <a:off x="790575" y="3514725"/>
            <a:ext cx="47625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02B27"/>
                </a:solidFill>
                <a:latin typeface="NanumGothic"/>
                <a:ea typeface="NanumGothic"/>
                <a:cs typeface="NanumGothic"/>
              </a:defRPr>
            </a:pPr>
            <a:r>
              <a:rPr sz="1725" b="0">
                <a:solidFill>
                  <a:srgbClr val="202B27"/>
                </a:solidFill>
                <a:latin typeface="NanumGothic"/>
                <a:ea typeface="NanumGothic"/>
                <a:cs typeface="NanumGothic"/>
              </a:rPr>
              <a:t>레벨 테스트 → 콘텐츠 학습 → 복습 → AI 회화 → 챌린지·통계</a:t>
            </a:r>
          </a:p>
        </p:txBody>
      </p:sp>
      <p:sp>
        <p:nvSpPr>
          <p:cNvPr id="12" name="">
            <a:extLst xmlns:a="http://schemas.openxmlformats.org/drawingml/2006/main">
              <a:ext uri="{FF2B5EF4-FFF2-40B4-BE49-F238E27FC236}">
                <a16:creationId xmlns:a16="http://schemas.microsoft.com/office/drawing/2014/main" id="{2BD719A6-3325-43F0-A415-80236DCE4003}"/>
              </a:ext>
            </a:extLst>
          </p:cNvPr>
          <p:cNvSpPr>
            <a:spLocks xmlns:a="http://schemas.openxmlformats.org/drawingml/2006/main" noGrp="1"/>
          </p:cNvSpPr>
          <p:nvPr/>
        </p:nvSpPr>
        <p:spPr>
          <a:xfrm xmlns:a="http://schemas.openxmlformats.org/drawingml/2006/main">
            <a:off x="6477000" y="2771775"/>
            <a:ext cx="12477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93C33"/>
                </a:solidFill>
                <a:latin typeface="NanumGothic"/>
                <a:ea typeface="NanumGothic"/>
                <a:cs typeface="NanumGothic"/>
              </a:defRPr>
            </a:pPr>
            <a:r>
              <a:rPr sz="1575" b="1">
                <a:solidFill>
                  <a:srgbClr val="193C33"/>
                </a:solidFill>
                <a:latin typeface="NanumGothic"/>
                <a:ea typeface="NanumGothic"/>
                <a:cs typeface="NanumGothic"/>
              </a:rPr>
              <a:t>계정·진단</a:t>
            </a:r>
          </a:p>
        </p:txBody>
      </p:sp>
      <p:sp>
        <p:nvSpPr>
          <p:cNvPr id="13" name="">
            <a:extLst xmlns:a="http://schemas.openxmlformats.org/drawingml/2006/main">
              <a:ext uri="{FF2B5EF4-FFF2-40B4-BE49-F238E27FC236}">
                <a16:creationId xmlns:a16="http://schemas.microsoft.com/office/drawing/2014/main" id="{F488C6FA-F378-4973-BAB7-08AFB6555D51}"/>
              </a:ext>
            </a:extLst>
          </p:cNvPr>
          <p:cNvSpPr>
            <a:spLocks xmlns:a="http://schemas.openxmlformats.org/drawingml/2006/main" noGrp="1"/>
          </p:cNvSpPr>
          <p:nvPr/>
        </p:nvSpPr>
        <p:spPr>
          <a:xfrm xmlns:a="http://schemas.openxmlformats.org/drawingml/2006/main">
            <a:off x="7867650" y="2771775"/>
            <a:ext cx="3390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07268"/>
                </a:solidFill>
                <a:latin typeface="NanumGothic"/>
                <a:ea typeface="NanumGothic"/>
                <a:cs typeface="NanumGothic"/>
              </a:defRPr>
            </a:pPr>
            <a:r>
              <a:rPr sz="1425" b="0">
                <a:solidFill>
                  <a:srgbClr val="607268"/>
                </a:solidFill>
                <a:latin typeface="NanumGothic"/>
                <a:ea typeface="NanumGothic"/>
                <a:cs typeface="NanumGothic"/>
              </a:rPr>
              <a:t>회원가입·로그인·레벨 테스트</a:t>
            </a:r>
          </a:p>
        </p:txBody>
      </p:sp>
      <p:sp>
        <p:nvSpPr>
          <p:cNvPr id="14" name="">
            <a:extLst xmlns:a="http://schemas.openxmlformats.org/drawingml/2006/main">
              <a:ext uri="{FF2B5EF4-FFF2-40B4-BE49-F238E27FC236}">
                <a16:creationId xmlns:a16="http://schemas.microsoft.com/office/drawing/2014/main" id="{7C0D09A0-D5D7-417B-A3A2-A7280D11F9E1}"/>
              </a:ext>
            </a:extLst>
          </p:cNvPr>
          <p:cNvSpPr>
            <a:spLocks xmlns:a="http://schemas.openxmlformats.org/drawingml/2006/main" noGrp="1"/>
          </p:cNvSpPr>
          <p:nvPr/>
        </p:nvSpPr>
        <p:spPr>
          <a:xfrm xmlns:a="http://schemas.openxmlformats.org/drawingml/2006/main">
            <a:off x="6477000" y="3419475"/>
            <a:ext cx="484822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5" name="">
            <a:extLst xmlns:a="http://schemas.openxmlformats.org/drawingml/2006/main">
              <a:ext uri="{FF2B5EF4-FFF2-40B4-BE49-F238E27FC236}">
                <a16:creationId xmlns:a16="http://schemas.microsoft.com/office/drawing/2014/main" id="{AA3AA0BC-0D4A-47F9-8376-D56EE83E14BC}"/>
              </a:ext>
            </a:extLst>
          </p:cNvPr>
          <p:cNvSpPr>
            <a:spLocks xmlns:a="http://schemas.openxmlformats.org/drawingml/2006/main" noGrp="1"/>
          </p:cNvSpPr>
          <p:nvPr/>
        </p:nvSpPr>
        <p:spPr>
          <a:xfrm xmlns:a="http://schemas.openxmlformats.org/drawingml/2006/main">
            <a:off x="6477000" y="3571875"/>
            <a:ext cx="12477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93C33"/>
                </a:solidFill>
                <a:latin typeface="NanumGothic"/>
                <a:ea typeface="NanumGothic"/>
                <a:cs typeface="NanumGothic"/>
              </a:defRPr>
            </a:pPr>
            <a:r>
              <a:rPr sz="1575" b="1">
                <a:solidFill>
                  <a:srgbClr val="193C33"/>
                </a:solidFill>
                <a:latin typeface="NanumGothic"/>
                <a:ea typeface="NanumGothic"/>
                <a:cs typeface="NanumGothic"/>
              </a:rPr>
              <a:t>학습</a:t>
            </a:r>
          </a:p>
        </p:txBody>
      </p:sp>
      <p:sp>
        <p:nvSpPr>
          <p:cNvPr id="16" name="">
            <a:extLst xmlns:a="http://schemas.openxmlformats.org/drawingml/2006/main">
              <a:ext uri="{FF2B5EF4-FFF2-40B4-BE49-F238E27FC236}">
                <a16:creationId xmlns:a16="http://schemas.microsoft.com/office/drawing/2014/main" id="{37153CA6-E35F-4FB1-B10B-F10F00B1909D}"/>
              </a:ext>
            </a:extLst>
          </p:cNvPr>
          <p:cNvSpPr>
            <a:spLocks xmlns:a="http://schemas.openxmlformats.org/drawingml/2006/main" noGrp="1"/>
          </p:cNvSpPr>
          <p:nvPr/>
        </p:nvSpPr>
        <p:spPr>
          <a:xfrm xmlns:a="http://schemas.openxmlformats.org/drawingml/2006/main">
            <a:off x="7867650" y="3571875"/>
            <a:ext cx="3390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07268"/>
                </a:solidFill>
                <a:latin typeface="NanumGothic"/>
                <a:ea typeface="NanumGothic"/>
                <a:cs typeface="NanumGothic"/>
              </a:defRPr>
            </a:pPr>
            <a:r>
              <a:rPr sz="1425" b="0">
                <a:solidFill>
                  <a:srgbClr val="607268"/>
                </a:solidFill>
                <a:latin typeface="NanumGothic"/>
                <a:ea typeface="NanumGothic"/>
                <a:cs typeface="NanumGothic"/>
              </a:rPr>
              <a:t>일본어 단어 유닛·퀴즈·오답·북마크</a:t>
            </a:r>
          </a:p>
        </p:txBody>
      </p:sp>
      <p:sp>
        <p:nvSpPr>
          <p:cNvPr id="17" name="">
            <a:extLst xmlns:a="http://schemas.openxmlformats.org/drawingml/2006/main">
              <a:ext uri="{FF2B5EF4-FFF2-40B4-BE49-F238E27FC236}">
                <a16:creationId xmlns:a16="http://schemas.microsoft.com/office/drawing/2014/main" id="{0947FB35-F294-4ADA-AF9D-7A4153F044B8}"/>
              </a:ext>
            </a:extLst>
          </p:cNvPr>
          <p:cNvSpPr>
            <a:spLocks xmlns:a="http://schemas.openxmlformats.org/drawingml/2006/main" noGrp="1"/>
          </p:cNvSpPr>
          <p:nvPr/>
        </p:nvSpPr>
        <p:spPr>
          <a:xfrm xmlns:a="http://schemas.openxmlformats.org/drawingml/2006/main">
            <a:off x="6477000" y="4219575"/>
            <a:ext cx="484822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8" name="">
            <a:extLst xmlns:a="http://schemas.openxmlformats.org/drawingml/2006/main">
              <a:ext uri="{FF2B5EF4-FFF2-40B4-BE49-F238E27FC236}">
                <a16:creationId xmlns:a16="http://schemas.microsoft.com/office/drawing/2014/main" id="{3E012266-D005-4CD9-A3FA-65D1DBEBAFE5}"/>
              </a:ext>
            </a:extLst>
          </p:cNvPr>
          <p:cNvSpPr>
            <a:spLocks xmlns:a="http://schemas.openxmlformats.org/drawingml/2006/main" noGrp="1"/>
          </p:cNvSpPr>
          <p:nvPr/>
        </p:nvSpPr>
        <p:spPr>
          <a:xfrm xmlns:a="http://schemas.openxmlformats.org/drawingml/2006/main">
            <a:off x="6477000" y="4371975"/>
            <a:ext cx="12477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93C33"/>
                </a:solidFill>
                <a:latin typeface="NanumGothic"/>
                <a:ea typeface="NanumGothic"/>
                <a:cs typeface="NanumGothic"/>
              </a:defRPr>
            </a:pPr>
            <a:r>
              <a:rPr sz="1575" b="1">
                <a:solidFill>
                  <a:srgbClr val="193C33"/>
                </a:solidFill>
                <a:latin typeface="NanumGothic"/>
                <a:ea typeface="NanumGothic"/>
                <a:cs typeface="NanumGothic"/>
              </a:rPr>
              <a:t>지속성</a:t>
            </a:r>
          </a:p>
        </p:txBody>
      </p:sp>
      <p:sp>
        <p:nvSpPr>
          <p:cNvPr id="19" name="">
            <a:extLst xmlns:a="http://schemas.openxmlformats.org/drawingml/2006/main">
              <a:ext uri="{FF2B5EF4-FFF2-40B4-BE49-F238E27FC236}">
                <a16:creationId xmlns:a16="http://schemas.microsoft.com/office/drawing/2014/main" id="{AB4F2B5D-6CD8-4021-BB43-FB106604B938}"/>
              </a:ext>
            </a:extLst>
          </p:cNvPr>
          <p:cNvSpPr>
            <a:spLocks xmlns:a="http://schemas.openxmlformats.org/drawingml/2006/main" noGrp="1"/>
          </p:cNvSpPr>
          <p:nvPr/>
        </p:nvSpPr>
        <p:spPr>
          <a:xfrm xmlns:a="http://schemas.openxmlformats.org/drawingml/2006/main">
            <a:off x="7867650" y="4371975"/>
            <a:ext cx="3390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07268"/>
                </a:solidFill>
                <a:latin typeface="NanumGothic"/>
                <a:ea typeface="NanumGothic"/>
                <a:cs typeface="NanumGothic"/>
              </a:defRPr>
            </a:pPr>
            <a:r>
              <a:rPr sz="1425" b="0">
                <a:solidFill>
                  <a:srgbClr val="607268"/>
                </a:solidFill>
                <a:latin typeface="NanumGothic"/>
                <a:ea typeface="NanumGothic"/>
                <a:cs typeface="NanumGothic"/>
              </a:rPr>
              <a:t>챌린지·오늘의 표현·학습 분석 화면</a:t>
            </a:r>
          </a:p>
        </p:txBody>
      </p:sp>
      <p:sp>
        <p:nvSpPr>
          <p:cNvPr id="20" name="">
            <a:extLst xmlns:a="http://schemas.openxmlformats.org/drawingml/2006/main">
              <a:ext uri="{FF2B5EF4-FFF2-40B4-BE49-F238E27FC236}">
                <a16:creationId xmlns:a16="http://schemas.microsoft.com/office/drawing/2014/main" id="{FC619455-A264-4B91-A51D-00FE6B1D4F5D}"/>
              </a:ext>
            </a:extLst>
          </p:cNvPr>
          <p:cNvSpPr>
            <a:spLocks xmlns:a="http://schemas.openxmlformats.org/drawingml/2006/main" noGrp="1"/>
          </p:cNvSpPr>
          <p:nvPr/>
        </p:nvSpPr>
        <p:spPr>
          <a:xfrm xmlns:a="http://schemas.openxmlformats.org/drawingml/2006/main">
            <a:off x="781050" y="5391150"/>
            <a:ext cx="10506075" cy="485775"/>
          </a:xfrm>
          <a:prstGeom xmlns:a="http://schemas.openxmlformats.org/drawingml/2006/main" prst="rect">
            <a:avLst/>
          </a:prstGeom>
          <a:solidFill xmlns:a="http://schemas.openxmlformats.org/drawingml/2006/main">
            <a:srgbClr val="E8F2E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8DC18E7-9A02-420F-B966-236ADDA160F2}"/>
              </a:ext>
            </a:extLst>
          </p:cNvPr>
          <p:cNvSpPr>
            <a:spLocks xmlns:a="http://schemas.openxmlformats.org/drawingml/2006/main" noGrp="1"/>
          </p:cNvSpPr>
          <p:nvPr/>
        </p:nvSpPr>
        <p:spPr>
          <a:xfrm xmlns:a="http://schemas.openxmlformats.org/drawingml/2006/main">
            <a:off x="942975" y="5467350"/>
            <a:ext cx="1017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244A3D"/>
                </a:solidFill>
                <a:latin typeface="NanumGothic"/>
                <a:ea typeface="NanumGothic"/>
                <a:cs typeface="NanumGothic"/>
              </a:defRPr>
            </a:pPr>
            <a:r>
              <a:rPr sz="1275" b="0">
                <a:solidFill>
                  <a:srgbClr val="244A3D"/>
                </a:solidFill>
                <a:latin typeface="NanumGothic"/>
                <a:ea typeface="NanumGothic"/>
                <a:cs typeface="NanumGothic"/>
              </a:rPr>
              <a:t>기준: 2026년 1학기 설계보고서·최종보고서의 프로토타입 정의</a:t>
            </a:r>
          </a:p>
        </p:txBody>
      </p:sp>
    </p:spTree>
    <p:extLst>
      <p:ext uri="{BB962C8B-B14F-4D97-AF65-F5344CB8AC3E}">
        <p14:creationId xmlns:p14="http://schemas.microsoft.com/office/powerpoint/2010/main" val="668316985"/>
      </p:ext>
    </p:extLst>
  </p:cSld>
</p:sld>
</file>

<file path=ppt/slides/slide3.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90923F1C-9625-4078-ACFA-BF6F77A2FF9A}"/>
              </a:ext>
            </a:extLst>
          </p:cNvPr>
          <p:cNvSpPr>
            <a:spLocks xmlns:a="http://schemas.openxmlformats.org/drawingml/2006/main" noGrp="1"/>
          </p:cNvSpPr>
          <p:nvPr/>
        </p:nvSpPr>
        <p:spPr>
          <a:xfrm xmlns:a="http://schemas.openxmlformats.org/drawingml/2006/main">
            <a:off x="723900" y="2952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EA889"/>
                </a:solidFill>
                <a:latin typeface="NanumGothic"/>
                <a:ea typeface="NanumGothic"/>
                <a:cs typeface="NanumGothic"/>
              </a:defRPr>
            </a:pPr>
            <a:r>
              <a:rPr sz="1200" b="1">
                <a:solidFill>
                  <a:srgbClr val="5EA889"/>
                </a:solidFill>
                <a:latin typeface="NanumGothic"/>
                <a:ea typeface="NanumGothic"/>
                <a:cs typeface="NanumGothic"/>
              </a:rPr>
              <a:t>1. 프로젝트 개요  /  1.2 P시스템의 개선방향</a:t>
            </a:r>
          </a:p>
        </p:txBody>
      </p:sp>
      <p:sp>
        <p:nvSpPr>
          <p:cNvPr id="2" name="">
            <a:extLst xmlns:a="http://schemas.openxmlformats.org/drawingml/2006/main">
              <a:ext uri="{FF2B5EF4-FFF2-40B4-BE49-F238E27FC236}">
                <a16:creationId xmlns:a16="http://schemas.microsoft.com/office/drawing/2014/main" id="{8CB5ED15-2B52-417E-9476-3C81816B4C4E}"/>
              </a:ext>
            </a:extLst>
          </p:cNvPr>
          <p:cNvSpPr>
            <a:spLocks xmlns:a="http://schemas.openxmlformats.org/drawingml/2006/main" noGrp="1"/>
          </p:cNvSpPr>
          <p:nvPr/>
        </p:nvSpPr>
        <p:spPr>
          <a:xfrm xmlns:a="http://schemas.openxmlformats.org/drawingml/2006/main">
            <a:off x="723900" y="714375"/>
            <a:ext cx="10725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93C33"/>
                </a:solidFill>
                <a:latin typeface="NanumGothic"/>
                <a:ea typeface="NanumGothic"/>
                <a:cs typeface="NanumGothic"/>
              </a:defRPr>
            </a:pPr>
            <a:r>
              <a:rPr sz="2925" b="1">
                <a:solidFill>
                  <a:srgbClr val="193C33"/>
                </a:solidFill>
                <a:latin typeface="NanumGothic"/>
                <a:ea typeface="NanumGothic"/>
                <a:cs typeface="NanumGothic"/>
              </a:rPr>
              <a:t>P에서 F로 바뀐 핵심 설계</a:t>
            </a:r>
          </a:p>
        </p:txBody>
      </p:sp>
      <p:sp>
        <p:nvSpPr>
          <p:cNvPr id="3" name="">
            <a:extLst xmlns:a="http://schemas.openxmlformats.org/drawingml/2006/main">
              <a:ext uri="{FF2B5EF4-FFF2-40B4-BE49-F238E27FC236}">
                <a16:creationId xmlns:a16="http://schemas.microsoft.com/office/drawing/2014/main" id="{83ADF694-5369-4C12-B4D0-744CE784348F}"/>
              </a:ext>
            </a:extLst>
          </p:cNvPr>
          <p:cNvSpPr>
            <a:spLocks xmlns:a="http://schemas.openxmlformats.org/drawingml/2006/main" noGrp="1"/>
          </p:cNvSpPr>
          <p:nvPr/>
        </p:nvSpPr>
        <p:spPr>
          <a:xfrm xmlns:a="http://schemas.openxmlformats.org/drawingml/2006/main">
            <a:off x="733425" y="1466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기능 수의 확대보다 언어별 학습과 결과 기록을 하나의 흐름으로 묶었다</a:t>
            </a:r>
          </a:p>
        </p:txBody>
      </p:sp>
      <p:sp>
        <p:nvSpPr>
          <p:cNvPr id="4" name="">
            <a:extLst xmlns:a="http://schemas.openxmlformats.org/drawingml/2006/main">
              <a:ext uri="{FF2B5EF4-FFF2-40B4-BE49-F238E27FC236}">
                <a16:creationId xmlns:a16="http://schemas.microsoft.com/office/drawing/2014/main" id="{931B7F7F-7F21-4547-9DED-B4A1CA655FC8}"/>
              </a:ext>
            </a:extLst>
          </p:cNvPr>
          <p:cNvSpPr>
            <a:spLocks xmlns:a="http://schemas.openxmlformats.org/drawingml/2006/main" noGrp="1"/>
          </p:cNvSpPr>
          <p:nvPr/>
        </p:nvSpPr>
        <p:spPr>
          <a:xfrm xmlns:a="http://schemas.openxmlformats.org/drawingml/2006/main">
            <a:off x="723900" y="6134100"/>
            <a:ext cx="107346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5" name="">
            <a:extLst xmlns:a="http://schemas.openxmlformats.org/drawingml/2006/main">
              <a:ext uri="{FF2B5EF4-FFF2-40B4-BE49-F238E27FC236}">
                <a16:creationId xmlns:a16="http://schemas.microsoft.com/office/drawing/2014/main" id="{B567393A-AC88-48EC-861F-4DD76C4CD5FE}"/>
              </a:ext>
            </a:extLst>
          </p:cNvPr>
          <p:cNvSpPr>
            <a:spLocks xmlns:a="http://schemas.openxmlformats.org/drawingml/2006/main" noGrp="1"/>
          </p:cNvSpPr>
          <p:nvPr/>
        </p:nvSpPr>
        <p:spPr>
          <a:xfrm xmlns:a="http://schemas.openxmlformats.org/drawingml/2006/main">
            <a:off x="733425" y="62388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607268"/>
                </a:solidFill>
                <a:latin typeface="NanumGothic"/>
                <a:ea typeface="NanumGothic"/>
                <a:cs typeface="NanumGothic"/>
              </a:defRPr>
            </a:pPr>
            <a:r>
              <a:rPr sz="975" b="0">
                <a:solidFill>
                  <a:srgbClr val="607268"/>
                </a:solidFill>
                <a:latin typeface="NanumGothic"/>
                <a:ea typeface="NanumGothic"/>
                <a:cs typeface="NanumGothic"/>
              </a:rPr>
              <a:t>QURVE  /  F시스템 발표</a:t>
            </a:r>
          </a:p>
        </p:txBody>
      </p:sp>
      <p:sp>
        <p:nvSpPr>
          <p:cNvPr id="6" name="">
            <a:extLst xmlns:a="http://schemas.openxmlformats.org/drawingml/2006/main">
              <a:ext uri="{FF2B5EF4-FFF2-40B4-BE49-F238E27FC236}">
                <a16:creationId xmlns:a16="http://schemas.microsoft.com/office/drawing/2014/main" id="{824AD59D-2A0D-4944-BDDB-3F0179C9C0EF}"/>
              </a:ext>
            </a:extLst>
          </p:cNvPr>
          <p:cNvSpPr>
            <a:spLocks xmlns:a="http://schemas.openxmlformats.org/drawingml/2006/main" noGrp="1"/>
          </p:cNvSpPr>
          <p:nvPr/>
        </p:nvSpPr>
        <p:spPr>
          <a:xfrm xmlns:a="http://schemas.openxmlformats.org/drawingml/2006/main">
            <a:off x="10839450" y="6219825"/>
            <a:ext cx="638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5EA889"/>
                </a:solidFill>
                <a:latin typeface="NanumGothic"/>
                <a:ea typeface="NanumGothic"/>
                <a:cs typeface="NanumGothic"/>
              </a:defRPr>
            </a:pPr>
            <a:r>
              <a:rPr sz="1125" b="1">
                <a:solidFill>
                  <a:srgbClr val="5EA889"/>
                </a:solidFill>
                <a:latin typeface="NanumGothic"/>
                <a:ea typeface="NanumGothic"/>
                <a:cs typeface="NanumGothic"/>
              </a:rPr>
              <a:t>03</a:t>
            </a:r>
          </a:p>
        </p:txBody>
      </p:sp>
      <p:sp>
        <p:nvSpPr>
          <p:cNvPr id="7" name="">
            <a:extLst xmlns:a="http://schemas.openxmlformats.org/drawingml/2006/main">
              <a:ext uri="{FF2B5EF4-FFF2-40B4-BE49-F238E27FC236}">
                <a16:creationId xmlns:a16="http://schemas.microsoft.com/office/drawing/2014/main" id="{C4656C68-C7B7-47AB-BD2D-10DC1A520603}"/>
              </a:ext>
            </a:extLst>
          </p:cNvPr>
          <p:cNvSpPr>
            <a:spLocks xmlns:a="http://schemas.openxmlformats.org/drawingml/2006/main" noGrp="1"/>
          </p:cNvSpPr>
          <p:nvPr/>
        </p:nvSpPr>
        <p:spPr>
          <a:xfrm xmlns:a="http://schemas.openxmlformats.org/drawingml/2006/main">
            <a:off x="781050" y="2181225"/>
            <a:ext cx="10525125" cy="542925"/>
          </a:xfrm>
          <a:prstGeom xmlns:a="http://schemas.openxmlformats.org/drawingml/2006/main" prst="rect">
            <a:avLst/>
          </a:prstGeom>
          <a:solidFill xmlns:a="http://schemas.openxmlformats.org/drawingml/2006/main">
            <a:srgbClr val="193C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A35D1E5-1F9E-46D0-BE44-AC7BEC9A69EE}"/>
              </a:ext>
            </a:extLst>
          </p:cNvPr>
          <p:cNvSpPr>
            <a:spLocks xmlns:a="http://schemas.openxmlformats.org/drawingml/2006/main" noGrp="1"/>
          </p:cNvSpPr>
          <p:nvPr/>
        </p:nvSpPr>
        <p:spPr>
          <a:xfrm xmlns:a="http://schemas.openxmlformats.org/drawingml/2006/main">
            <a:off x="914400" y="22574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비교 항목</a:t>
            </a:r>
          </a:p>
        </p:txBody>
      </p:sp>
      <p:sp>
        <p:nvSpPr>
          <p:cNvPr id="9" name="">
            <a:extLst xmlns:a="http://schemas.openxmlformats.org/drawingml/2006/main">
              <a:ext uri="{FF2B5EF4-FFF2-40B4-BE49-F238E27FC236}">
                <a16:creationId xmlns:a16="http://schemas.microsoft.com/office/drawing/2014/main" id="{409D1425-FE3D-4D8B-A941-0E02FF4DF204}"/>
              </a:ext>
            </a:extLst>
          </p:cNvPr>
          <p:cNvSpPr>
            <a:spLocks xmlns:a="http://schemas.openxmlformats.org/drawingml/2006/main" noGrp="1"/>
          </p:cNvSpPr>
          <p:nvPr/>
        </p:nvSpPr>
        <p:spPr>
          <a:xfrm xmlns:a="http://schemas.openxmlformats.org/drawingml/2006/main">
            <a:off x="3486150" y="2257425"/>
            <a:ext cx="3514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P시스템 · 1학기</a:t>
            </a:r>
          </a:p>
        </p:txBody>
      </p:sp>
      <p:sp>
        <p:nvSpPr>
          <p:cNvPr id="10" name="">
            <a:extLst xmlns:a="http://schemas.openxmlformats.org/drawingml/2006/main">
              <a:ext uri="{FF2B5EF4-FFF2-40B4-BE49-F238E27FC236}">
                <a16:creationId xmlns:a16="http://schemas.microsoft.com/office/drawing/2014/main" id="{A72C4494-6EBE-407C-A684-96DE16687B24}"/>
              </a:ext>
            </a:extLst>
          </p:cNvPr>
          <p:cNvSpPr>
            <a:spLocks xmlns:a="http://schemas.openxmlformats.org/drawingml/2006/main" noGrp="1"/>
          </p:cNvSpPr>
          <p:nvPr/>
        </p:nvSpPr>
        <p:spPr>
          <a:xfrm xmlns:a="http://schemas.openxmlformats.org/drawingml/2006/main">
            <a:off x="7524750" y="2257425"/>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F시스템 · 현재 구현</a:t>
            </a:r>
          </a:p>
        </p:txBody>
      </p:sp>
      <p:sp>
        <p:nvSpPr>
          <p:cNvPr id="11" name="">
            <a:extLst xmlns:a="http://schemas.openxmlformats.org/drawingml/2006/main">
              <a:ext uri="{FF2B5EF4-FFF2-40B4-BE49-F238E27FC236}">
                <a16:creationId xmlns:a16="http://schemas.microsoft.com/office/drawing/2014/main" id="{FFAE9486-ACBF-4BB5-8615-99E467A37339}"/>
              </a:ext>
            </a:extLst>
          </p:cNvPr>
          <p:cNvSpPr>
            <a:spLocks xmlns:a="http://schemas.openxmlformats.org/drawingml/2006/main" noGrp="1"/>
          </p:cNvSpPr>
          <p:nvPr/>
        </p:nvSpPr>
        <p:spPr>
          <a:xfrm xmlns:a="http://schemas.openxmlformats.org/drawingml/2006/main">
            <a:off x="781050" y="2724150"/>
            <a:ext cx="10525125" cy="714375"/>
          </a:xfrm>
          <a:prstGeom xmlns:a="http://schemas.openxmlformats.org/drawingml/2006/main" prst="rect">
            <a:avLst/>
          </a:prstGeom>
          <a:solidFill xmlns:a="http://schemas.openxmlformats.org/drawingml/2006/main">
            <a:srgbClr val="E8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7E5BCE0-6690-46D5-B6E7-5C767416A84C}"/>
              </a:ext>
            </a:extLst>
          </p:cNvPr>
          <p:cNvSpPr>
            <a:spLocks xmlns:a="http://schemas.openxmlformats.org/drawingml/2006/main" noGrp="1"/>
          </p:cNvSpPr>
          <p:nvPr/>
        </p:nvSpPr>
        <p:spPr>
          <a:xfrm xmlns:a="http://schemas.openxmlformats.org/drawingml/2006/main">
            <a:off x="923925" y="2847975"/>
            <a:ext cx="2124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93C33"/>
                </a:solidFill>
                <a:latin typeface="NanumGothic"/>
                <a:ea typeface="NanumGothic"/>
                <a:cs typeface="NanumGothic"/>
              </a:defRPr>
            </a:pPr>
            <a:r>
              <a:rPr sz="1500" b="1">
                <a:solidFill>
                  <a:srgbClr val="193C33"/>
                </a:solidFill>
                <a:latin typeface="NanumGothic"/>
                <a:ea typeface="NanumGothic"/>
                <a:cs typeface="NanumGothic"/>
              </a:rPr>
              <a:t>대상 언어</a:t>
            </a:r>
          </a:p>
        </p:txBody>
      </p:sp>
      <p:sp>
        <p:nvSpPr>
          <p:cNvPr id="13" name="">
            <a:extLst xmlns:a="http://schemas.openxmlformats.org/drawingml/2006/main">
              <a:ext uri="{FF2B5EF4-FFF2-40B4-BE49-F238E27FC236}">
                <a16:creationId xmlns:a16="http://schemas.microsoft.com/office/drawing/2014/main" id="{71F053DE-E733-4153-9AC0-CCBBCAB838B4}"/>
              </a:ext>
            </a:extLst>
          </p:cNvPr>
          <p:cNvSpPr>
            <a:spLocks xmlns:a="http://schemas.openxmlformats.org/drawingml/2006/main" noGrp="1"/>
          </p:cNvSpPr>
          <p:nvPr/>
        </p:nvSpPr>
        <p:spPr>
          <a:xfrm xmlns:a="http://schemas.openxmlformats.org/drawingml/2006/main">
            <a:off x="3486150" y="2800350"/>
            <a:ext cx="3733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일본어를 1차 언어로 설계</a:t>
            </a:r>
          </a:p>
        </p:txBody>
      </p:sp>
      <p:sp>
        <p:nvSpPr>
          <p:cNvPr id="14" name="">
            <a:extLst xmlns:a="http://schemas.openxmlformats.org/drawingml/2006/main">
              <a:ext uri="{FF2B5EF4-FFF2-40B4-BE49-F238E27FC236}">
                <a16:creationId xmlns:a16="http://schemas.microsoft.com/office/drawing/2014/main" id="{E297BAB4-9797-46A5-836C-99FFACD057F5}"/>
              </a:ext>
            </a:extLst>
          </p:cNvPr>
          <p:cNvSpPr>
            <a:spLocks xmlns:a="http://schemas.openxmlformats.org/drawingml/2006/main" noGrp="1"/>
          </p:cNvSpPr>
          <p:nvPr/>
        </p:nvSpPr>
        <p:spPr>
          <a:xfrm xmlns:a="http://schemas.openxmlformats.org/drawingml/2006/main">
            <a:off x="7524750" y="2800350"/>
            <a:ext cx="3638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일본어 학습 유지, 영어 콘텐츠·진단 서버 경로 추가</a:t>
            </a:r>
          </a:p>
        </p:txBody>
      </p:sp>
      <p:sp>
        <p:nvSpPr>
          <p:cNvPr id="15" name="">
            <a:extLst xmlns:a="http://schemas.openxmlformats.org/drawingml/2006/main">
              <a:ext uri="{FF2B5EF4-FFF2-40B4-BE49-F238E27FC236}">
                <a16:creationId xmlns:a16="http://schemas.microsoft.com/office/drawing/2014/main" id="{9D0844AB-3B6A-4935-B618-E93997606EF6}"/>
              </a:ext>
            </a:extLst>
          </p:cNvPr>
          <p:cNvSpPr>
            <a:spLocks xmlns:a="http://schemas.openxmlformats.org/drawingml/2006/main" noGrp="1"/>
          </p:cNvSpPr>
          <p:nvPr/>
        </p:nvSpPr>
        <p:spPr>
          <a:xfrm xmlns:a="http://schemas.openxmlformats.org/drawingml/2006/main">
            <a:off x="3286125" y="2724150"/>
            <a:ext cx="0" cy="714375"/>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6" name="">
            <a:extLst xmlns:a="http://schemas.openxmlformats.org/drawingml/2006/main">
              <a:ext uri="{FF2B5EF4-FFF2-40B4-BE49-F238E27FC236}">
                <a16:creationId xmlns:a16="http://schemas.microsoft.com/office/drawing/2014/main" id="{DC590B38-6675-49CE-ABAB-197BAE5C6A59}"/>
              </a:ext>
            </a:extLst>
          </p:cNvPr>
          <p:cNvSpPr>
            <a:spLocks xmlns:a="http://schemas.openxmlformats.org/drawingml/2006/main" noGrp="1"/>
          </p:cNvSpPr>
          <p:nvPr/>
        </p:nvSpPr>
        <p:spPr>
          <a:xfrm xmlns:a="http://schemas.openxmlformats.org/drawingml/2006/main">
            <a:off x="7334250" y="2724150"/>
            <a:ext cx="0" cy="714375"/>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7" name="">
            <a:extLst xmlns:a="http://schemas.openxmlformats.org/drawingml/2006/main">
              <a:ext uri="{FF2B5EF4-FFF2-40B4-BE49-F238E27FC236}">
                <a16:creationId xmlns:a16="http://schemas.microsoft.com/office/drawing/2014/main" id="{07F1129B-47B3-409E-A40C-68BF030DD17B}"/>
              </a:ext>
            </a:extLst>
          </p:cNvPr>
          <p:cNvSpPr>
            <a:spLocks xmlns:a="http://schemas.openxmlformats.org/drawingml/2006/main" noGrp="1"/>
          </p:cNvSpPr>
          <p:nvPr/>
        </p:nvSpPr>
        <p:spPr>
          <a:xfrm xmlns:a="http://schemas.openxmlformats.org/drawingml/2006/main">
            <a:off x="781050" y="3438525"/>
            <a:ext cx="10525125"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016D551-1574-47DF-A5BF-90F620E567F1}"/>
              </a:ext>
            </a:extLst>
          </p:cNvPr>
          <p:cNvSpPr>
            <a:spLocks xmlns:a="http://schemas.openxmlformats.org/drawingml/2006/main" noGrp="1"/>
          </p:cNvSpPr>
          <p:nvPr/>
        </p:nvSpPr>
        <p:spPr>
          <a:xfrm xmlns:a="http://schemas.openxmlformats.org/drawingml/2006/main">
            <a:off x="923925" y="3562350"/>
            <a:ext cx="2124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93C33"/>
                </a:solidFill>
                <a:latin typeface="NanumGothic"/>
                <a:ea typeface="NanumGothic"/>
                <a:cs typeface="NanumGothic"/>
              </a:defRPr>
            </a:pPr>
            <a:r>
              <a:rPr sz="1500" b="1">
                <a:solidFill>
                  <a:srgbClr val="193C33"/>
                </a:solidFill>
                <a:latin typeface="NanumGothic"/>
                <a:ea typeface="NanumGothic"/>
                <a:cs typeface="NanumGothic"/>
              </a:rPr>
              <a:t>학습 선택</a:t>
            </a:r>
          </a:p>
        </p:txBody>
      </p:sp>
      <p:sp>
        <p:nvSpPr>
          <p:cNvPr id="19" name="">
            <a:extLst xmlns:a="http://schemas.openxmlformats.org/drawingml/2006/main">
              <a:ext uri="{FF2B5EF4-FFF2-40B4-BE49-F238E27FC236}">
                <a16:creationId xmlns:a16="http://schemas.microsoft.com/office/drawing/2014/main" id="{B956BA61-F3E8-41A6-92E0-1572A316EBB9}"/>
              </a:ext>
            </a:extLst>
          </p:cNvPr>
          <p:cNvSpPr>
            <a:spLocks xmlns:a="http://schemas.openxmlformats.org/drawingml/2006/main" noGrp="1"/>
          </p:cNvSpPr>
          <p:nvPr/>
        </p:nvSpPr>
        <p:spPr>
          <a:xfrm xmlns:a="http://schemas.openxmlformats.org/drawingml/2006/main">
            <a:off x="3486150" y="3514725"/>
            <a:ext cx="3733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진단·맞춤 학습 흐름을 설계</a:t>
            </a:r>
          </a:p>
        </p:txBody>
      </p:sp>
      <p:sp>
        <p:nvSpPr>
          <p:cNvPr id="20" name="">
            <a:extLst xmlns:a="http://schemas.openxmlformats.org/drawingml/2006/main">
              <a:ext uri="{FF2B5EF4-FFF2-40B4-BE49-F238E27FC236}">
                <a16:creationId xmlns:a16="http://schemas.microsoft.com/office/drawing/2014/main" id="{BC1651BE-23D3-44EE-8142-B3F755708131}"/>
              </a:ext>
            </a:extLst>
          </p:cNvPr>
          <p:cNvSpPr>
            <a:spLocks xmlns:a="http://schemas.openxmlformats.org/drawingml/2006/main" noGrp="1"/>
          </p:cNvSpPr>
          <p:nvPr/>
        </p:nvSpPr>
        <p:spPr>
          <a:xfrm xmlns:a="http://schemas.openxmlformats.org/drawingml/2006/main">
            <a:off x="7524750" y="3514725"/>
            <a:ext cx="3638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언어·현재 레벨·날짜로 오늘 문제 세트 선택</a:t>
            </a:r>
          </a:p>
        </p:txBody>
      </p:sp>
      <p:sp>
        <p:nvSpPr>
          <p:cNvPr id="21" name="">
            <a:extLst xmlns:a="http://schemas.openxmlformats.org/drawingml/2006/main">
              <a:ext uri="{FF2B5EF4-FFF2-40B4-BE49-F238E27FC236}">
                <a16:creationId xmlns:a16="http://schemas.microsoft.com/office/drawing/2014/main" id="{1D8966AC-F33A-493F-9B16-974E7DDF1184}"/>
              </a:ext>
            </a:extLst>
          </p:cNvPr>
          <p:cNvSpPr>
            <a:spLocks xmlns:a="http://schemas.openxmlformats.org/drawingml/2006/main" noGrp="1"/>
          </p:cNvSpPr>
          <p:nvPr/>
        </p:nvSpPr>
        <p:spPr>
          <a:xfrm xmlns:a="http://schemas.openxmlformats.org/drawingml/2006/main">
            <a:off x="3286125" y="3438525"/>
            <a:ext cx="0" cy="714375"/>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2" name="">
            <a:extLst xmlns:a="http://schemas.openxmlformats.org/drawingml/2006/main">
              <a:ext uri="{FF2B5EF4-FFF2-40B4-BE49-F238E27FC236}">
                <a16:creationId xmlns:a16="http://schemas.microsoft.com/office/drawing/2014/main" id="{6300CA4B-8E6F-422C-8EA4-294E2825AC95}"/>
              </a:ext>
            </a:extLst>
          </p:cNvPr>
          <p:cNvSpPr>
            <a:spLocks xmlns:a="http://schemas.openxmlformats.org/drawingml/2006/main" noGrp="1"/>
          </p:cNvSpPr>
          <p:nvPr/>
        </p:nvSpPr>
        <p:spPr>
          <a:xfrm xmlns:a="http://schemas.openxmlformats.org/drawingml/2006/main">
            <a:off x="7334250" y="3438525"/>
            <a:ext cx="0" cy="714375"/>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3" name="">
            <a:extLst xmlns:a="http://schemas.openxmlformats.org/drawingml/2006/main">
              <a:ext uri="{FF2B5EF4-FFF2-40B4-BE49-F238E27FC236}">
                <a16:creationId xmlns:a16="http://schemas.microsoft.com/office/drawing/2014/main" id="{90F8B71E-CD81-492A-88DC-561CE2FDC1D2}"/>
              </a:ext>
            </a:extLst>
          </p:cNvPr>
          <p:cNvSpPr>
            <a:spLocks xmlns:a="http://schemas.openxmlformats.org/drawingml/2006/main" noGrp="1"/>
          </p:cNvSpPr>
          <p:nvPr/>
        </p:nvSpPr>
        <p:spPr>
          <a:xfrm xmlns:a="http://schemas.openxmlformats.org/drawingml/2006/main">
            <a:off x="781050" y="4152900"/>
            <a:ext cx="10525125" cy="714375"/>
          </a:xfrm>
          <a:prstGeom xmlns:a="http://schemas.openxmlformats.org/drawingml/2006/main" prst="rect">
            <a:avLst/>
          </a:prstGeom>
          <a:solidFill xmlns:a="http://schemas.openxmlformats.org/drawingml/2006/main">
            <a:srgbClr val="E8F2E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70F9D88-21E7-4DE4-8974-DA805ACD0D0E}"/>
              </a:ext>
            </a:extLst>
          </p:cNvPr>
          <p:cNvSpPr>
            <a:spLocks xmlns:a="http://schemas.openxmlformats.org/drawingml/2006/main" noGrp="1"/>
          </p:cNvSpPr>
          <p:nvPr/>
        </p:nvSpPr>
        <p:spPr>
          <a:xfrm xmlns:a="http://schemas.openxmlformats.org/drawingml/2006/main">
            <a:off x="923925" y="4276725"/>
            <a:ext cx="2124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93C33"/>
                </a:solidFill>
                <a:latin typeface="NanumGothic"/>
                <a:ea typeface="NanumGothic"/>
                <a:cs typeface="NanumGothic"/>
              </a:defRPr>
            </a:pPr>
            <a:r>
              <a:rPr sz="1500" b="1">
                <a:solidFill>
                  <a:srgbClr val="193C33"/>
                </a:solidFill>
                <a:latin typeface="NanumGothic"/>
                <a:ea typeface="NanumGothic"/>
                <a:cs typeface="NanumGothic"/>
              </a:rPr>
              <a:t>학습 기록</a:t>
            </a:r>
          </a:p>
        </p:txBody>
      </p:sp>
      <p:sp>
        <p:nvSpPr>
          <p:cNvPr id="25" name="">
            <a:extLst xmlns:a="http://schemas.openxmlformats.org/drawingml/2006/main">
              <a:ext uri="{FF2B5EF4-FFF2-40B4-BE49-F238E27FC236}">
                <a16:creationId xmlns:a16="http://schemas.microsoft.com/office/drawing/2014/main" id="{A6F2AAAD-E89F-43D0-9F4D-54A9338F68B6}"/>
              </a:ext>
            </a:extLst>
          </p:cNvPr>
          <p:cNvSpPr>
            <a:spLocks xmlns:a="http://schemas.openxmlformats.org/drawingml/2006/main" noGrp="1"/>
          </p:cNvSpPr>
          <p:nvPr/>
        </p:nvSpPr>
        <p:spPr>
          <a:xfrm xmlns:a="http://schemas.openxmlformats.org/drawingml/2006/main">
            <a:off x="3486150" y="4229100"/>
            <a:ext cx="3733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단어 유닛·챌린지 등 핵심 기능 구축</a:t>
            </a:r>
          </a:p>
        </p:txBody>
      </p:sp>
      <p:sp>
        <p:nvSpPr>
          <p:cNvPr id="26" name="">
            <a:extLst xmlns:a="http://schemas.openxmlformats.org/drawingml/2006/main">
              <a:ext uri="{FF2B5EF4-FFF2-40B4-BE49-F238E27FC236}">
                <a16:creationId xmlns:a16="http://schemas.microsoft.com/office/drawing/2014/main" id="{08D2E2B8-1B62-4CE6-B3C3-C0AD7A626BEA}"/>
              </a:ext>
            </a:extLst>
          </p:cNvPr>
          <p:cNvSpPr>
            <a:spLocks xmlns:a="http://schemas.openxmlformats.org/drawingml/2006/main" noGrp="1"/>
          </p:cNvSpPr>
          <p:nvPr/>
        </p:nvSpPr>
        <p:spPr>
          <a:xfrm xmlns:a="http://schemas.openxmlformats.org/drawingml/2006/main">
            <a:off x="7524750" y="4229100"/>
            <a:ext cx="3638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답안·오답·XP·출석·통계가 학습 행동과 연결</a:t>
            </a:r>
          </a:p>
        </p:txBody>
      </p:sp>
      <p:sp>
        <p:nvSpPr>
          <p:cNvPr id="27" name="">
            <a:extLst xmlns:a="http://schemas.openxmlformats.org/drawingml/2006/main">
              <a:ext uri="{FF2B5EF4-FFF2-40B4-BE49-F238E27FC236}">
                <a16:creationId xmlns:a16="http://schemas.microsoft.com/office/drawing/2014/main" id="{051200EF-4C02-4044-8E97-B170655AB5FD}"/>
              </a:ext>
            </a:extLst>
          </p:cNvPr>
          <p:cNvSpPr>
            <a:spLocks xmlns:a="http://schemas.openxmlformats.org/drawingml/2006/main" noGrp="1"/>
          </p:cNvSpPr>
          <p:nvPr/>
        </p:nvSpPr>
        <p:spPr>
          <a:xfrm xmlns:a="http://schemas.openxmlformats.org/drawingml/2006/main">
            <a:off x="3286125" y="4152900"/>
            <a:ext cx="0" cy="714375"/>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8" name="">
            <a:extLst xmlns:a="http://schemas.openxmlformats.org/drawingml/2006/main">
              <a:ext uri="{FF2B5EF4-FFF2-40B4-BE49-F238E27FC236}">
                <a16:creationId xmlns:a16="http://schemas.microsoft.com/office/drawing/2014/main" id="{2F8C7B48-0B48-43E8-B105-BE667A031B47}"/>
              </a:ext>
            </a:extLst>
          </p:cNvPr>
          <p:cNvSpPr>
            <a:spLocks xmlns:a="http://schemas.openxmlformats.org/drawingml/2006/main" noGrp="1"/>
          </p:cNvSpPr>
          <p:nvPr/>
        </p:nvSpPr>
        <p:spPr>
          <a:xfrm xmlns:a="http://schemas.openxmlformats.org/drawingml/2006/main">
            <a:off x="7334250" y="4152900"/>
            <a:ext cx="0" cy="714375"/>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9" name="">
            <a:extLst xmlns:a="http://schemas.openxmlformats.org/drawingml/2006/main">
              <a:ext uri="{FF2B5EF4-FFF2-40B4-BE49-F238E27FC236}">
                <a16:creationId xmlns:a16="http://schemas.microsoft.com/office/drawing/2014/main" id="{BBE9B9B1-4792-462F-AFDE-0202219E2037}"/>
              </a:ext>
            </a:extLst>
          </p:cNvPr>
          <p:cNvSpPr>
            <a:spLocks xmlns:a="http://schemas.openxmlformats.org/drawingml/2006/main" noGrp="1"/>
          </p:cNvSpPr>
          <p:nvPr/>
        </p:nvSpPr>
        <p:spPr>
          <a:xfrm xmlns:a="http://schemas.openxmlformats.org/drawingml/2006/main">
            <a:off x="781050" y="4867275"/>
            <a:ext cx="10525125"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5F7423D-C319-4F23-AA69-1C5AE9882642}"/>
              </a:ext>
            </a:extLst>
          </p:cNvPr>
          <p:cNvSpPr>
            <a:spLocks xmlns:a="http://schemas.openxmlformats.org/drawingml/2006/main" noGrp="1"/>
          </p:cNvSpPr>
          <p:nvPr/>
        </p:nvSpPr>
        <p:spPr>
          <a:xfrm xmlns:a="http://schemas.openxmlformats.org/drawingml/2006/main">
            <a:off x="923925" y="4991100"/>
            <a:ext cx="2124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93C33"/>
                </a:solidFill>
                <a:latin typeface="NanumGothic"/>
                <a:ea typeface="NanumGothic"/>
                <a:cs typeface="NanumGothic"/>
              </a:defRPr>
            </a:pPr>
            <a:r>
              <a:rPr sz="1500" b="1">
                <a:solidFill>
                  <a:srgbClr val="193C33"/>
                </a:solidFill>
                <a:latin typeface="NanumGothic"/>
                <a:ea typeface="NanumGothic"/>
                <a:cs typeface="NanumGothic"/>
              </a:rPr>
              <a:t>중복 보상</a:t>
            </a:r>
          </a:p>
        </p:txBody>
      </p:sp>
      <p:sp>
        <p:nvSpPr>
          <p:cNvPr id="31" name="">
            <a:extLst xmlns:a="http://schemas.openxmlformats.org/drawingml/2006/main">
              <a:ext uri="{FF2B5EF4-FFF2-40B4-BE49-F238E27FC236}">
                <a16:creationId xmlns:a16="http://schemas.microsoft.com/office/drawing/2014/main" id="{02AC0FE8-B3F5-454D-B0C5-30A24C9AFD85}"/>
              </a:ext>
            </a:extLst>
          </p:cNvPr>
          <p:cNvSpPr>
            <a:spLocks xmlns:a="http://schemas.openxmlformats.org/drawingml/2006/main" noGrp="1"/>
          </p:cNvSpPr>
          <p:nvPr/>
        </p:nvSpPr>
        <p:spPr>
          <a:xfrm xmlns:a="http://schemas.openxmlformats.org/drawingml/2006/main">
            <a:off x="3486150" y="4943475"/>
            <a:ext cx="3733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프로토타입 보고서에 처리 규칙 미상세</a:t>
            </a:r>
          </a:p>
        </p:txBody>
      </p:sp>
      <p:sp>
        <p:nvSpPr>
          <p:cNvPr id="32" name="">
            <a:extLst xmlns:a="http://schemas.openxmlformats.org/drawingml/2006/main">
              <a:ext uri="{FF2B5EF4-FFF2-40B4-BE49-F238E27FC236}">
                <a16:creationId xmlns:a16="http://schemas.microsoft.com/office/drawing/2014/main" id="{A5173ED8-FE51-467C-ACAE-13FA015B1BA4}"/>
              </a:ext>
            </a:extLst>
          </p:cNvPr>
          <p:cNvSpPr>
            <a:spLocks xmlns:a="http://schemas.openxmlformats.org/drawingml/2006/main" noGrp="1"/>
          </p:cNvSpPr>
          <p:nvPr/>
        </p:nvSpPr>
        <p:spPr>
          <a:xfrm xmlns:a="http://schemas.openxmlformats.org/drawingml/2006/main">
            <a:off x="7524750" y="4943475"/>
            <a:ext cx="3638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세트 키와 고유 제약으로 완료 보상 중복 방지</a:t>
            </a:r>
          </a:p>
        </p:txBody>
      </p:sp>
      <p:sp>
        <p:nvSpPr>
          <p:cNvPr id="33" name="">
            <a:extLst xmlns:a="http://schemas.openxmlformats.org/drawingml/2006/main">
              <a:ext uri="{FF2B5EF4-FFF2-40B4-BE49-F238E27FC236}">
                <a16:creationId xmlns:a16="http://schemas.microsoft.com/office/drawing/2014/main" id="{32657C5F-0244-4C53-8DC3-33BCBB784315}"/>
              </a:ext>
            </a:extLst>
          </p:cNvPr>
          <p:cNvSpPr>
            <a:spLocks xmlns:a="http://schemas.openxmlformats.org/drawingml/2006/main" noGrp="1"/>
          </p:cNvSpPr>
          <p:nvPr/>
        </p:nvSpPr>
        <p:spPr>
          <a:xfrm xmlns:a="http://schemas.openxmlformats.org/drawingml/2006/main">
            <a:off x="3286125" y="4867275"/>
            <a:ext cx="0" cy="714375"/>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34" name="">
            <a:extLst xmlns:a="http://schemas.openxmlformats.org/drawingml/2006/main">
              <a:ext uri="{FF2B5EF4-FFF2-40B4-BE49-F238E27FC236}">
                <a16:creationId xmlns:a16="http://schemas.microsoft.com/office/drawing/2014/main" id="{2A95F580-C261-40D0-90FC-4906869F2F2E}"/>
              </a:ext>
            </a:extLst>
          </p:cNvPr>
          <p:cNvSpPr>
            <a:spLocks xmlns:a="http://schemas.openxmlformats.org/drawingml/2006/main" noGrp="1"/>
          </p:cNvSpPr>
          <p:nvPr/>
        </p:nvSpPr>
        <p:spPr>
          <a:xfrm xmlns:a="http://schemas.openxmlformats.org/drawingml/2006/main">
            <a:off x="7334250" y="4867275"/>
            <a:ext cx="0" cy="714375"/>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35" name="">
            <a:extLst xmlns:a="http://schemas.openxmlformats.org/drawingml/2006/main">
              <a:ext uri="{FF2B5EF4-FFF2-40B4-BE49-F238E27FC236}">
                <a16:creationId xmlns:a16="http://schemas.microsoft.com/office/drawing/2014/main" id="{61E5E2DD-CC57-439E-9479-B01D116A7F89}"/>
              </a:ext>
            </a:extLst>
          </p:cNvPr>
          <p:cNvSpPr>
            <a:spLocks xmlns:a="http://schemas.openxmlformats.org/drawingml/2006/main" noGrp="1"/>
          </p:cNvSpPr>
          <p:nvPr/>
        </p:nvSpPr>
        <p:spPr>
          <a:xfrm xmlns:a="http://schemas.openxmlformats.org/drawingml/2006/main">
            <a:off x="800100" y="5734050"/>
            <a:ext cx="1045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607268"/>
                </a:solidFill>
                <a:latin typeface="NanumGothic"/>
                <a:ea typeface="NanumGothic"/>
                <a:cs typeface="NanumGothic"/>
              </a:defRPr>
            </a:pPr>
            <a:r>
              <a:rPr sz="1200" b="0">
                <a:solidFill>
                  <a:srgbClr val="607268"/>
                </a:solidFill>
                <a:latin typeface="NanumGothic"/>
                <a:ea typeface="NanumGothic"/>
                <a:cs typeface="NanumGothic"/>
              </a:rPr>
              <a:t>P: 1학기 제출 보고서  /  F: 현재 코드 기준. 영어 화면은 일부 일본어 UI가 남아 있음</a:t>
            </a:r>
          </a:p>
        </p:txBody>
      </p:sp>
    </p:spTree>
    <p:extLst>
      <p:ext uri="{BB962C8B-B14F-4D97-AF65-F5344CB8AC3E}">
        <p14:creationId xmlns:p14="http://schemas.microsoft.com/office/powerpoint/2010/main" val="1945702096"/>
      </p:ext>
    </p:extLst>
  </p:cSld>
</p:sld>
</file>

<file path=ppt/slides/slide4.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5E4A672-CEAA-426B-BD39-8E14298B4973}"/>
              </a:ext>
            </a:extLst>
          </p:cNvPr>
          <p:cNvSpPr>
            <a:spLocks xmlns:a="http://schemas.openxmlformats.org/drawingml/2006/main" noGrp="1"/>
          </p:cNvSpPr>
          <p:nvPr/>
        </p:nvSpPr>
        <p:spPr>
          <a:xfrm xmlns:a="http://schemas.openxmlformats.org/drawingml/2006/main">
            <a:off x="723900" y="2952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EA889"/>
                </a:solidFill>
                <a:latin typeface="NanumGothic"/>
                <a:ea typeface="NanumGothic"/>
                <a:cs typeface="NanumGothic"/>
              </a:defRPr>
            </a:pPr>
            <a:r>
              <a:rPr sz="1200" b="1">
                <a:solidFill>
                  <a:srgbClr val="5EA889"/>
                </a:solidFill>
                <a:latin typeface="NanumGothic"/>
                <a:ea typeface="NanumGothic"/>
                <a:cs typeface="NanumGothic"/>
              </a:rPr>
              <a:t>2. 최종 F시스템 소개  /  2.1 시스템 정의</a:t>
            </a:r>
          </a:p>
        </p:txBody>
      </p:sp>
      <p:sp>
        <p:nvSpPr>
          <p:cNvPr id="2" name="">
            <a:extLst xmlns:a="http://schemas.openxmlformats.org/drawingml/2006/main">
              <a:ext uri="{FF2B5EF4-FFF2-40B4-BE49-F238E27FC236}">
                <a16:creationId xmlns:a16="http://schemas.microsoft.com/office/drawing/2014/main" id="{6CD59B2C-EEA1-4AA7-A428-CCD63EEE4F5C}"/>
              </a:ext>
            </a:extLst>
          </p:cNvPr>
          <p:cNvSpPr>
            <a:spLocks xmlns:a="http://schemas.openxmlformats.org/drawingml/2006/main" noGrp="1"/>
          </p:cNvSpPr>
          <p:nvPr/>
        </p:nvSpPr>
        <p:spPr>
          <a:xfrm xmlns:a="http://schemas.openxmlformats.org/drawingml/2006/main">
            <a:off x="723900" y="714375"/>
            <a:ext cx="10725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93C33"/>
                </a:solidFill>
                <a:latin typeface="NanumGothic"/>
                <a:ea typeface="NanumGothic"/>
                <a:cs typeface="NanumGothic"/>
              </a:defRPr>
            </a:pPr>
            <a:r>
              <a:rPr sz="2925" b="1">
                <a:solidFill>
                  <a:srgbClr val="193C33"/>
                </a:solidFill>
                <a:latin typeface="NanumGothic"/>
                <a:ea typeface="NanumGothic"/>
                <a:cs typeface="NanumGothic"/>
              </a:rPr>
              <a:t>F시스템은 학습 선택과 피드백을 연결한다</a:t>
            </a:r>
          </a:p>
        </p:txBody>
      </p:sp>
      <p:sp>
        <p:nvSpPr>
          <p:cNvPr id="3" name="">
            <a:extLst xmlns:a="http://schemas.openxmlformats.org/drawingml/2006/main">
              <a:ext uri="{FF2B5EF4-FFF2-40B4-BE49-F238E27FC236}">
                <a16:creationId xmlns:a16="http://schemas.microsoft.com/office/drawing/2014/main" id="{25515D4C-3121-475F-8943-EBEDBE8149DA}"/>
              </a:ext>
            </a:extLst>
          </p:cNvPr>
          <p:cNvSpPr>
            <a:spLocks xmlns:a="http://schemas.openxmlformats.org/drawingml/2006/main" noGrp="1"/>
          </p:cNvSpPr>
          <p:nvPr/>
        </p:nvSpPr>
        <p:spPr>
          <a:xfrm xmlns:a="http://schemas.openxmlformats.org/drawingml/2006/main">
            <a:off x="733425" y="1466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사용자 수준을 저장하고 오늘의 학습을 고른 뒤 학습 행동을 다음 화면에 반영</a:t>
            </a:r>
          </a:p>
        </p:txBody>
      </p:sp>
      <p:sp>
        <p:nvSpPr>
          <p:cNvPr id="4" name="">
            <a:extLst xmlns:a="http://schemas.openxmlformats.org/drawingml/2006/main">
              <a:ext uri="{FF2B5EF4-FFF2-40B4-BE49-F238E27FC236}">
                <a16:creationId xmlns:a16="http://schemas.microsoft.com/office/drawing/2014/main" id="{63B6660E-34E6-4550-A7B4-0F638F17B06C}"/>
              </a:ext>
            </a:extLst>
          </p:cNvPr>
          <p:cNvSpPr>
            <a:spLocks xmlns:a="http://schemas.openxmlformats.org/drawingml/2006/main" noGrp="1"/>
          </p:cNvSpPr>
          <p:nvPr/>
        </p:nvSpPr>
        <p:spPr>
          <a:xfrm xmlns:a="http://schemas.openxmlformats.org/drawingml/2006/main">
            <a:off x="723900" y="6134100"/>
            <a:ext cx="107346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5" name="">
            <a:extLst xmlns:a="http://schemas.openxmlformats.org/drawingml/2006/main">
              <a:ext uri="{FF2B5EF4-FFF2-40B4-BE49-F238E27FC236}">
                <a16:creationId xmlns:a16="http://schemas.microsoft.com/office/drawing/2014/main" id="{B93841F5-A2AE-414A-9DBD-0A890E54BCE2}"/>
              </a:ext>
            </a:extLst>
          </p:cNvPr>
          <p:cNvSpPr>
            <a:spLocks xmlns:a="http://schemas.openxmlformats.org/drawingml/2006/main" noGrp="1"/>
          </p:cNvSpPr>
          <p:nvPr/>
        </p:nvSpPr>
        <p:spPr>
          <a:xfrm xmlns:a="http://schemas.openxmlformats.org/drawingml/2006/main">
            <a:off x="733425" y="62388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607268"/>
                </a:solidFill>
                <a:latin typeface="NanumGothic"/>
                <a:ea typeface="NanumGothic"/>
                <a:cs typeface="NanumGothic"/>
              </a:defRPr>
            </a:pPr>
            <a:r>
              <a:rPr sz="975" b="0">
                <a:solidFill>
                  <a:srgbClr val="607268"/>
                </a:solidFill>
                <a:latin typeface="NanumGothic"/>
                <a:ea typeface="NanumGothic"/>
                <a:cs typeface="NanumGothic"/>
              </a:rPr>
              <a:t>QURVE  /  F시스템 발표</a:t>
            </a:r>
          </a:p>
        </p:txBody>
      </p:sp>
      <p:sp>
        <p:nvSpPr>
          <p:cNvPr id="6" name="">
            <a:extLst xmlns:a="http://schemas.openxmlformats.org/drawingml/2006/main">
              <a:ext uri="{FF2B5EF4-FFF2-40B4-BE49-F238E27FC236}">
                <a16:creationId xmlns:a16="http://schemas.microsoft.com/office/drawing/2014/main" id="{400D4539-61AD-4209-831C-1B3C4D85550A}"/>
              </a:ext>
            </a:extLst>
          </p:cNvPr>
          <p:cNvSpPr>
            <a:spLocks xmlns:a="http://schemas.openxmlformats.org/drawingml/2006/main" noGrp="1"/>
          </p:cNvSpPr>
          <p:nvPr/>
        </p:nvSpPr>
        <p:spPr>
          <a:xfrm xmlns:a="http://schemas.openxmlformats.org/drawingml/2006/main">
            <a:off x="10839450" y="6219825"/>
            <a:ext cx="638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5EA889"/>
                </a:solidFill>
                <a:latin typeface="NanumGothic"/>
                <a:ea typeface="NanumGothic"/>
                <a:cs typeface="NanumGothic"/>
              </a:defRPr>
            </a:pPr>
            <a:r>
              <a:rPr sz="1125" b="1">
                <a:solidFill>
                  <a:srgbClr val="5EA889"/>
                </a:solidFill>
                <a:latin typeface="NanumGothic"/>
                <a:ea typeface="NanumGothic"/>
                <a:cs typeface="NanumGothic"/>
              </a:rPr>
              <a:t>04</a:t>
            </a:r>
          </a:p>
        </p:txBody>
      </p:sp>
      <p:sp>
        <p:nvSpPr>
          <p:cNvPr id="7" name="">
            <a:extLst xmlns:a="http://schemas.openxmlformats.org/drawingml/2006/main">
              <a:ext uri="{FF2B5EF4-FFF2-40B4-BE49-F238E27FC236}">
                <a16:creationId xmlns:a16="http://schemas.microsoft.com/office/drawing/2014/main" id="{69133BA6-EDC1-4DF2-B015-71D30F438A3A}"/>
              </a:ext>
            </a:extLst>
          </p:cNvPr>
          <p:cNvSpPr>
            <a:spLocks xmlns:a="http://schemas.openxmlformats.org/drawingml/2006/main" noGrp="1"/>
          </p:cNvSpPr>
          <p:nvPr/>
        </p:nvSpPr>
        <p:spPr>
          <a:xfrm xmlns:a="http://schemas.openxmlformats.org/drawingml/2006/main">
            <a:off x="781050" y="2466975"/>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00" b="1">
                <a:solidFill>
                  <a:srgbClr val="5EA889"/>
                </a:solidFill>
                <a:latin typeface="NanumGothic"/>
                <a:ea typeface="NanumGothic"/>
                <a:cs typeface="NanumGothic"/>
              </a:defRPr>
            </a:pPr>
            <a:r>
              <a:rPr sz="3300" b="1">
                <a:solidFill>
                  <a:srgbClr val="5EA889"/>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F6BC711C-E3F4-4EBD-BA03-248274E22723}"/>
              </a:ext>
            </a:extLst>
          </p:cNvPr>
          <p:cNvSpPr>
            <a:spLocks xmlns:a="http://schemas.openxmlformats.org/drawingml/2006/main" noGrp="1"/>
          </p:cNvSpPr>
          <p:nvPr/>
        </p:nvSpPr>
        <p:spPr>
          <a:xfrm xmlns:a="http://schemas.openxmlformats.org/drawingml/2006/main">
            <a:off x="781050" y="3143250"/>
            <a:ext cx="2305050" cy="0"/>
          </a:xfrm>
          <a:prstGeom xmlns:a="http://schemas.openxmlformats.org/drawingml/2006/main" prst="line">
            <a:avLst/>
          </a:prstGeom>
          <a:noFill xmlns:a="http://schemas.openxmlformats.org/drawingml/2006/main"/>
          <a:ln xmlns:a="http://schemas.openxmlformats.org/drawingml/2006/main" w="28575">
            <a:solidFill>
              <a:srgbClr val="5EA889"/>
            </a:solidFill>
          </a:ln>
        </p:spPr>
      </p:sp>
      <p:sp>
        <p:nvSpPr>
          <p:cNvPr id="9" name="">
            <a:extLst xmlns:a="http://schemas.openxmlformats.org/drawingml/2006/main">
              <a:ext uri="{FF2B5EF4-FFF2-40B4-BE49-F238E27FC236}">
                <a16:creationId xmlns:a16="http://schemas.microsoft.com/office/drawing/2014/main" id="{89E9B69B-6991-4A21-A58C-F815B819D9B6}"/>
              </a:ext>
            </a:extLst>
          </p:cNvPr>
          <p:cNvSpPr>
            <a:spLocks xmlns:a="http://schemas.openxmlformats.org/drawingml/2006/main" noGrp="1"/>
          </p:cNvSpPr>
          <p:nvPr/>
        </p:nvSpPr>
        <p:spPr>
          <a:xfrm xmlns:a="http://schemas.openxmlformats.org/drawingml/2006/main">
            <a:off x="781050" y="3381375"/>
            <a:ext cx="2362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3C33"/>
                </a:solidFill>
                <a:latin typeface="NanumGothic"/>
                <a:ea typeface="NanumGothic"/>
                <a:cs typeface="NanumGothic"/>
              </a:defRPr>
            </a:pPr>
            <a:r>
              <a:rPr sz="2250" b="1">
                <a:solidFill>
                  <a:srgbClr val="193C33"/>
                </a:solidFill>
                <a:latin typeface="NanumGothic"/>
                <a:ea typeface="NanumGothic"/>
                <a:cs typeface="NanumGothic"/>
              </a:rPr>
              <a:t>진단</a:t>
            </a:r>
          </a:p>
        </p:txBody>
      </p:sp>
      <p:sp>
        <p:nvSpPr>
          <p:cNvPr id="10" name="">
            <a:extLst xmlns:a="http://schemas.openxmlformats.org/drawingml/2006/main">
              <a:ext uri="{FF2B5EF4-FFF2-40B4-BE49-F238E27FC236}">
                <a16:creationId xmlns:a16="http://schemas.microsoft.com/office/drawing/2014/main" id="{B1966FD8-D20B-43FC-A76F-63C773218071}"/>
              </a:ext>
            </a:extLst>
          </p:cNvPr>
          <p:cNvSpPr>
            <a:spLocks xmlns:a="http://schemas.openxmlformats.org/drawingml/2006/main" noGrp="1"/>
          </p:cNvSpPr>
          <p:nvPr/>
        </p:nvSpPr>
        <p:spPr>
          <a:xfrm xmlns:a="http://schemas.openxmlformats.org/drawingml/2006/main">
            <a:off x="781050" y="4067175"/>
            <a:ext cx="23717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언어별 사전 질문과 레벨 테스트</a:t>
            </a:r>
          </a:p>
        </p:txBody>
      </p:sp>
      <p:sp>
        <p:nvSpPr>
          <p:cNvPr id="11" name="">
            <a:extLst xmlns:a="http://schemas.openxmlformats.org/drawingml/2006/main">
              <a:ext uri="{FF2B5EF4-FFF2-40B4-BE49-F238E27FC236}">
                <a16:creationId xmlns:a16="http://schemas.microsoft.com/office/drawing/2014/main" id="{8DA9369B-FD2D-4784-9C72-93AFE11FCCF7}"/>
              </a:ext>
            </a:extLst>
          </p:cNvPr>
          <p:cNvSpPr>
            <a:spLocks xmlns:a="http://schemas.openxmlformats.org/drawingml/2006/main" noGrp="1"/>
          </p:cNvSpPr>
          <p:nvPr/>
        </p:nvSpPr>
        <p:spPr>
          <a:xfrm xmlns:a="http://schemas.openxmlformats.org/drawingml/2006/main">
            <a:off x="3600450" y="2466975"/>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00" b="1">
                <a:solidFill>
                  <a:srgbClr val="5EA889"/>
                </a:solidFill>
                <a:latin typeface="NanumGothic"/>
                <a:ea typeface="NanumGothic"/>
                <a:cs typeface="NanumGothic"/>
              </a:defRPr>
            </a:pPr>
            <a:r>
              <a:rPr sz="3300" b="1">
                <a:solidFill>
                  <a:srgbClr val="5EA889"/>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7C0F3D4F-DFF0-49BB-A6D1-EDB8183B166C}"/>
              </a:ext>
            </a:extLst>
          </p:cNvPr>
          <p:cNvSpPr>
            <a:spLocks xmlns:a="http://schemas.openxmlformats.org/drawingml/2006/main" noGrp="1"/>
          </p:cNvSpPr>
          <p:nvPr/>
        </p:nvSpPr>
        <p:spPr>
          <a:xfrm xmlns:a="http://schemas.openxmlformats.org/drawingml/2006/main">
            <a:off x="3600450" y="3143250"/>
            <a:ext cx="2305050" cy="0"/>
          </a:xfrm>
          <a:prstGeom xmlns:a="http://schemas.openxmlformats.org/drawingml/2006/main" prst="line">
            <a:avLst/>
          </a:prstGeom>
          <a:noFill xmlns:a="http://schemas.openxmlformats.org/drawingml/2006/main"/>
          <a:ln xmlns:a="http://schemas.openxmlformats.org/drawingml/2006/main" w="28575">
            <a:solidFill>
              <a:srgbClr val="5EA889"/>
            </a:solidFill>
          </a:ln>
        </p:spPr>
      </p:sp>
      <p:sp>
        <p:nvSpPr>
          <p:cNvPr id="13" name="">
            <a:extLst xmlns:a="http://schemas.openxmlformats.org/drawingml/2006/main">
              <a:ext uri="{FF2B5EF4-FFF2-40B4-BE49-F238E27FC236}">
                <a16:creationId xmlns:a16="http://schemas.microsoft.com/office/drawing/2014/main" id="{3F6F53F7-5FC0-4AA8-A9F8-79C514126B36}"/>
              </a:ext>
            </a:extLst>
          </p:cNvPr>
          <p:cNvSpPr>
            <a:spLocks xmlns:a="http://schemas.openxmlformats.org/drawingml/2006/main" noGrp="1"/>
          </p:cNvSpPr>
          <p:nvPr/>
        </p:nvSpPr>
        <p:spPr>
          <a:xfrm xmlns:a="http://schemas.openxmlformats.org/drawingml/2006/main">
            <a:off x="3600450" y="3381375"/>
            <a:ext cx="2362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3C33"/>
                </a:solidFill>
                <a:latin typeface="NanumGothic"/>
                <a:ea typeface="NanumGothic"/>
                <a:cs typeface="NanumGothic"/>
              </a:defRPr>
            </a:pPr>
            <a:r>
              <a:rPr sz="2250" b="1">
                <a:solidFill>
                  <a:srgbClr val="193C33"/>
                </a:solidFill>
                <a:latin typeface="NanumGothic"/>
                <a:ea typeface="NanumGothic"/>
                <a:cs typeface="NanumGothic"/>
              </a:rPr>
              <a:t>학습</a:t>
            </a:r>
          </a:p>
        </p:txBody>
      </p:sp>
      <p:sp>
        <p:nvSpPr>
          <p:cNvPr id="14" name="">
            <a:extLst xmlns:a="http://schemas.openxmlformats.org/drawingml/2006/main">
              <a:ext uri="{FF2B5EF4-FFF2-40B4-BE49-F238E27FC236}">
                <a16:creationId xmlns:a16="http://schemas.microsoft.com/office/drawing/2014/main" id="{D0CE6FF9-3014-4C88-ACEA-54AB57454DA0}"/>
              </a:ext>
            </a:extLst>
          </p:cNvPr>
          <p:cNvSpPr>
            <a:spLocks xmlns:a="http://schemas.openxmlformats.org/drawingml/2006/main" noGrp="1"/>
          </p:cNvSpPr>
          <p:nvPr/>
        </p:nvSpPr>
        <p:spPr>
          <a:xfrm xmlns:a="http://schemas.openxmlformats.org/drawingml/2006/main">
            <a:off x="3600450" y="4067175"/>
            <a:ext cx="23717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레벨·날짜별 문제와 단어 유닛</a:t>
            </a:r>
          </a:p>
        </p:txBody>
      </p:sp>
      <p:sp>
        <p:nvSpPr>
          <p:cNvPr id="15" name="">
            <a:extLst xmlns:a="http://schemas.openxmlformats.org/drawingml/2006/main">
              <a:ext uri="{FF2B5EF4-FFF2-40B4-BE49-F238E27FC236}">
                <a16:creationId xmlns:a16="http://schemas.microsoft.com/office/drawing/2014/main" id="{39F6A88F-4C81-4924-89DF-84B1DA702ED4}"/>
              </a:ext>
            </a:extLst>
          </p:cNvPr>
          <p:cNvSpPr>
            <a:spLocks xmlns:a="http://schemas.openxmlformats.org/drawingml/2006/main" noGrp="1"/>
          </p:cNvSpPr>
          <p:nvPr/>
        </p:nvSpPr>
        <p:spPr>
          <a:xfrm xmlns:a="http://schemas.openxmlformats.org/drawingml/2006/main">
            <a:off x="6419850" y="2466975"/>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00" b="1">
                <a:solidFill>
                  <a:srgbClr val="5EA889"/>
                </a:solidFill>
                <a:latin typeface="NanumGothic"/>
                <a:ea typeface="NanumGothic"/>
                <a:cs typeface="NanumGothic"/>
              </a:defRPr>
            </a:pPr>
            <a:r>
              <a:rPr sz="3300" b="1">
                <a:solidFill>
                  <a:srgbClr val="5EA889"/>
                </a:solidFill>
                <a:latin typeface="NanumGothic"/>
                <a:ea typeface="NanumGothic"/>
                <a:cs typeface="NanumGothic"/>
              </a:rPr>
              <a:t>03</a:t>
            </a:r>
          </a:p>
        </p:txBody>
      </p:sp>
      <p:sp>
        <p:nvSpPr>
          <p:cNvPr id="16" name="">
            <a:extLst xmlns:a="http://schemas.openxmlformats.org/drawingml/2006/main">
              <a:ext uri="{FF2B5EF4-FFF2-40B4-BE49-F238E27FC236}">
                <a16:creationId xmlns:a16="http://schemas.microsoft.com/office/drawing/2014/main" id="{A1BD82E1-D225-42CA-B7A5-501D27BBBA4A}"/>
              </a:ext>
            </a:extLst>
          </p:cNvPr>
          <p:cNvSpPr>
            <a:spLocks xmlns:a="http://schemas.openxmlformats.org/drawingml/2006/main" noGrp="1"/>
          </p:cNvSpPr>
          <p:nvPr/>
        </p:nvSpPr>
        <p:spPr>
          <a:xfrm xmlns:a="http://schemas.openxmlformats.org/drawingml/2006/main">
            <a:off x="6419850" y="3143250"/>
            <a:ext cx="2305050" cy="0"/>
          </a:xfrm>
          <a:prstGeom xmlns:a="http://schemas.openxmlformats.org/drawingml/2006/main" prst="line">
            <a:avLst/>
          </a:prstGeom>
          <a:noFill xmlns:a="http://schemas.openxmlformats.org/drawingml/2006/main"/>
          <a:ln xmlns:a="http://schemas.openxmlformats.org/drawingml/2006/main" w="28575">
            <a:solidFill>
              <a:srgbClr val="5EA889"/>
            </a:solidFill>
          </a:ln>
        </p:spPr>
      </p:sp>
      <p:sp>
        <p:nvSpPr>
          <p:cNvPr id="17" name="">
            <a:extLst xmlns:a="http://schemas.openxmlformats.org/drawingml/2006/main">
              <a:ext uri="{FF2B5EF4-FFF2-40B4-BE49-F238E27FC236}">
                <a16:creationId xmlns:a16="http://schemas.microsoft.com/office/drawing/2014/main" id="{D7AE3D8B-CC3C-4E71-A04C-66C6B1BEEB26}"/>
              </a:ext>
            </a:extLst>
          </p:cNvPr>
          <p:cNvSpPr>
            <a:spLocks xmlns:a="http://schemas.openxmlformats.org/drawingml/2006/main" noGrp="1"/>
          </p:cNvSpPr>
          <p:nvPr/>
        </p:nvSpPr>
        <p:spPr>
          <a:xfrm xmlns:a="http://schemas.openxmlformats.org/drawingml/2006/main">
            <a:off x="6419850" y="3381375"/>
            <a:ext cx="2362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3C33"/>
                </a:solidFill>
                <a:latin typeface="NanumGothic"/>
                <a:ea typeface="NanumGothic"/>
                <a:cs typeface="NanumGothic"/>
              </a:defRPr>
            </a:pPr>
            <a:r>
              <a:rPr sz="2250" b="1">
                <a:solidFill>
                  <a:srgbClr val="193C33"/>
                </a:solidFill>
                <a:latin typeface="NanumGothic"/>
                <a:ea typeface="NanumGothic"/>
                <a:cs typeface="NanumGothic"/>
              </a:rPr>
              <a:t>기록</a:t>
            </a:r>
          </a:p>
        </p:txBody>
      </p:sp>
      <p:sp>
        <p:nvSpPr>
          <p:cNvPr id="18" name="">
            <a:extLst xmlns:a="http://schemas.openxmlformats.org/drawingml/2006/main">
              <a:ext uri="{FF2B5EF4-FFF2-40B4-BE49-F238E27FC236}">
                <a16:creationId xmlns:a16="http://schemas.microsoft.com/office/drawing/2014/main" id="{6EBFD3F8-EAD3-4F0C-B8E6-581E566E71A4}"/>
              </a:ext>
            </a:extLst>
          </p:cNvPr>
          <p:cNvSpPr>
            <a:spLocks xmlns:a="http://schemas.openxmlformats.org/drawingml/2006/main" noGrp="1"/>
          </p:cNvSpPr>
          <p:nvPr/>
        </p:nvSpPr>
        <p:spPr>
          <a:xfrm xmlns:a="http://schemas.openxmlformats.org/drawingml/2006/main">
            <a:off x="6419850" y="4067175"/>
            <a:ext cx="23717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답안·오답·학습 시간·XP 저장</a:t>
            </a:r>
          </a:p>
        </p:txBody>
      </p:sp>
      <p:sp>
        <p:nvSpPr>
          <p:cNvPr id="19" name="">
            <a:extLst xmlns:a="http://schemas.openxmlformats.org/drawingml/2006/main">
              <a:ext uri="{FF2B5EF4-FFF2-40B4-BE49-F238E27FC236}">
                <a16:creationId xmlns:a16="http://schemas.microsoft.com/office/drawing/2014/main" id="{98599E35-04F4-4B7D-BA2F-C38339D2394E}"/>
              </a:ext>
            </a:extLst>
          </p:cNvPr>
          <p:cNvSpPr>
            <a:spLocks xmlns:a="http://schemas.openxmlformats.org/drawingml/2006/main" noGrp="1"/>
          </p:cNvSpPr>
          <p:nvPr/>
        </p:nvSpPr>
        <p:spPr>
          <a:xfrm xmlns:a="http://schemas.openxmlformats.org/drawingml/2006/main">
            <a:off x="9239250" y="2466975"/>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00" b="1">
                <a:solidFill>
                  <a:srgbClr val="5EA889"/>
                </a:solidFill>
                <a:latin typeface="NanumGothic"/>
                <a:ea typeface="NanumGothic"/>
                <a:cs typeface="NanumGothic"/>
              </a:defRPr>
            </a:pPr>
            <a:r>
              <a:rPr sz="3300" b="1">
                <a:solidFill>
                  <a:srgbClr val="5EA889"/>
                </a:solidFill>
                <a:latin typeface="NanumGothic"/>
                <a:ea typeface="NanumGothic"/>
                <a:cs typeface="NanumGothic"/>
              </a:rPr>
              <a:t>04</a:t>
            </a:r>
          </a:p>
        </p:txBody>
      </p:sp>
      <p:sp>
        <p:nvSpPr>
          <p:cNvPr id="20" name="">
            <a:extLst xmlns:a="http://schemas.openxmlformats.org/drawingml/2006/main">
              <a:ext uri="{FF2B5EF4-FFF2-40B4-BE49-F238E27FC236}">
                <a16:creationId xmlns:a16="http://schemas.microsoft.com/office/drawing/2014/main" id="{E2B964EE-1E8B-4165-AA86-4D34B2A11E96}"/>
              </a:ext>
            </a:extLst>
          </p:cNvPr>
          <p:cNvSpPr>
            <a:spLocks xmlns:a="http://schemas.openxmlformats.org/drawingml/2006/main" noGrp="1"/>
          </p:cNvSpPr>
          <p:nvPr/>
        </p:nvSpPr>
        <p:spPr>
          <a:xfrm xmlns:a="http://schemas.openxmlformats.org/drawingml/2006/main">
            <a:off x="9239250" y="3143250"/>
            <a:ext cx="2305050" cy="0"/>
          </a:xfrm>
          <a:prstGeom xmlns:a="http://schemas.openxmlformats.org/drawingml/2006/main" prst="line">
            <a:avLst/>
          </a:prstGeom>
          <a:noFill xmlns:a="http://schemas.openxmlformats.org/drawingml/2006/main"/>
          <a:ln xmlns:a="http://schemas.openxmlformats.org/drawingml/2006/main" w="28575">
            <a:solidFill>
              <a:srgbClr val="5EA889"/>
            </a:solidFill>
          </a:ln>
        </p:spPr>
      </p:sp>
      <p:sp>
        <p:nvSpPr>
          <p:cNvPr id="21" name="">
            <a:extLst xmlns:a="http://schemas.openxmlformats.org/drawingml/2006/main">
              <a:ext uri="{FF2B5EF4-FFF2-40B4-BE49-F238E27FC236}">
                <a16:creationId xmlns:a16="http://schemas.microsoft.com/office/drawing/2014/main" id="{424476D8-7643-46FF-AAC8-63904CD443FE}"/>
              </a:ext>
            </a:extLst>
          </p:cNvPr>
          <p:cNvSpPr>
            <a:spLocks xmlns:a="http://schemas.openxmlformats.org/drawingml/2006/main" noGrp="1"/>
          </p:cNvSpPr>
          <p:nvPr/>
        </p:nvSpPr>
        <p:spPr>
          <a:xfrm xmlns:a="http://schemas.openxmlformats.org/drawingml/2006/main">
            <a:off x="9239250" y="3381375"/>
            <a:ext cx="2362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3C33"/>
                </a:solidFill>
                <a:latin typeface="NanumGothic"/>
                <a:ea typeface="NanumGothic"/>
                <a:cs typeface="NanumGothic"/>
              </a:defRPr>
            </a:pPr>
            <a:r>
              <a:rPr sz="2250" b="1">
                <a:solidFill>
                  <a:srgbClr val="193C33"/>
                </a:solidFill>
                <a:latin typeface="NanumGothic"/>
                <a:ea typeface="NanumGothic"/>
                <a:cs typeface="NanumGothic"/>
              </a:rPr>
              <a:t>피드백</a:t>
            </a:r>
          </a:p>
        </p:txBody>
      </p:sp>
      <p:sp>
        <p:nvSpPr>
          <p:cNvPr id="22" name="">
            <a:extLst xmlns:a="http://schemas.openxmlformats.org/drawingml/2006/main">
              <a:ext uri="{FF2B5EF4-FFF2-40B4-BE49-F238E27FC236}">
                <a16:creationId xmlns:a16="http://schemas.microsoft.com/office/drawing/2014/main" id="{C4326157-7319-4959-BFC9-05130FEEB5B8}"/>
              </a:ext>
            </a:extLst>
          </p:cNvPr>
          <p:cNvSpPr>
            <a:spLocks xmlns:a="http://schemas.openxmlformats.org/drawingml/2006/main" noGrp="1"/>
          </p:cNvSpPr>
          <p:nvPr/>
        </p:nvSpPr>
        <p:spPr>
          <a:xfrm xmlns:a="http://schemas.openxmlformats.org/drawingml/2006/main">
            <a:off x="9239250" y="4067175"/>
            <a:ext cx="23717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정답률·출석·목표 진행도 확인</a:t>
            </a:r>
          </a:p>
        </p:txBody>
      </p:sp>
      <p:sp>
        <p:nvSpPr>
          <p:cNvPr id="23" name="">
            <a:extLst xmlns:a="http://schemas.openxmlformats.org/drawingml/2006/main">
              <a:ext uri="{FF2B5EF4-FFF2-40B4-BE49-F238E27FC236}">
                <a16:creationId xmlns:a16="http://schemas.microsoft.com/office/drawing/2014/main" id="{C43BD50C-92C6-4895-9216-D94E5F5F204D}"/>
              </a:ext>
            </a:extLst>
          </p:cNvPr>
          <p:cNvSpPr>
            <a:spLocks xmlns:a="http://schemas.openxmlformats.org/drawingml/2006/main" noGrp="1"/>
          </p:cNvSpPr>
          <p:nvPr/>
        </p:nvSpPr>
        <p:spPr>
          <a:xfrm xmlns:a="http://schemas.openxmlformats.org/drawingml/2006/main">
            <a:off x="790575" y="5381625"/>
            <a:ext cx="10487025" cy="514350"/>
          </a:xfrm>
          <a:prstGeom xmlns:a="http://schemas.openxmlformats.org/drawingml/2006/main" prst="rect">
            <a:avLst/>
          </a:prstGeom>
          <a:solidFill xmlns:a="http://schemas.openxmlformats.org/drawingml/2006/main">
            <a:srgbClr val="E8F2E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717425D-C8F3-45D8-BBFF-0F16D1BCFD02}"/>
              </a:ext>
            </a:extLst>
          </p:cNvPr>
          <p:cNvSpPr>
            <a:spLocks xmlns:a="http://schemas.openxmlformats.org/drawingml/2006/main" noGrp="1"/>
          </p:cNvSpPr>
          <p:nvPr/>
        </p:nvSpPr>
        <p:spPr>
          <a:xfrm xmlns:a="http://schemas.openxmlformats.org/drawingml/2006/main">
            <a:off x="942975" y="5467350"/>
            <a:ext cx="10144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244A3D"/>
                </a:solidFill>
                <a:latin typeface="NanumGothic"/>
                <a:ea typeface="NanumGothic"/>
                <a:cs typeface="NanumGothic"/>
              </a:defRPr>
            </a:pPr>
            <a:r>
              <a:rPr sz="1350" b="1">
                <a:solidFill>
                  <a:srgbClr val="244A3D"/>
                </a:solidFill>
                <a:latin typeface="NanumGothic"/>
                <a:ea typeface="NanumGothic"/>
                <a:cs typeface="NanumGothic"/>
              </a:rPr>
              <a:t>AI 채팅은 현재 레벨과 최근 대화 문맥을 사용하며, 추천 문제 선택은 규칙 기반이다</a:t>
            </a:r>
          </a:p>
        </p:txBody>
      </p:sp>
    </p:spTree>
    <p:extLst>
      <p:ext uri="{BB962C8B-B14F-4D97-AF65-F5344CB8AC3E}">
        <p14:creationId xmlns:p14="http://schemas.microsoft.com/office/powerpoint/2010/main" val="1499344154"/>
      </p:ext>
    </p:extLst>
  </p:cSld>
</p:sld>
</file>

<file path=ppt/slides/slide5.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5F64F62-A958-4A10-8D21-CE9867992405}"/>
              </a:ext>
            </a:extLst>
          </p:cNvPr>
          <p:cNvSpPr>
            <a:spLocks xmlns:a="http://schemas.openxmlformats.org/drawingml/2006/main" noGrp="1"/>
          </p:cNvSpPr>
          <p:nvPr/>
        </p:nvSpPr>
        <p:spPr>
          <a:xfrm xmlns:a="http://schemas.openxmlformats.org/drawingml/2006/main">
            <a:off x="723900" y="2952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EA889"/>
                </a:solidFill>
                <a:latin typeface="NanumGothic"/>
                <a:ea typeface="NanumGothic"/>
                <a:cs typeface="NanumGothic"/>
              </a:defRPr>
            </a:pPr>
            <a:r>
              <a:rPr sz="1200" b="1">
                <a:solidFill>
                  <a:srgbClr val="5EA889"/>
                </a:solidFill>
                <a:latin typeface="NanumGothic"/>
                <a:ea typeface="NanumGothic"/>
                <a:cs typeface="NanumGothic"/>
              </a:rPr>
              <a:t>2. 최종 F시스템 소개  /  2.1 구현 범위</a:t>
            </a:r>
          </a:p>
        </p:txBody>
      </p:sp>
      <p:sp>
        <p:nvSpPr>
          <p:cNvPr id="2" name="">
            <a:extLst xmlns:a="http://schemas.openxmlformats.org/drawingml/2006/main">
              <a:ext uri="{FF2B5EF4-FFF2-40B4-BE49-F238E27FC236}">
                <a16:creationId xmlns:a16="http://schemas.microsoft.com/office/drawing/2014/main" id="{55A55DBF-9B80-450D-B515-070F74A45DD0}"/>
              </a:ext>
            </a:extLst>
          </p:cNvPr>
          <p:cNvSpPr>
            <a:spLocks xmlns:a="http://schemas.openxmlformats.org/drawingml/2006/main" noGrp="1"/>
          </p:cNvSpPr>
          <p:nvPr/>
        </p:nvSpPr>
        <p:spPr>
          <a:xfrm xmlns:a="http://schemas.openxmlformats.org/drawingml/2006/main">
            <a:off x="723900" y="714375"/>
            <a:ext cx="10725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93C33"/>
                </a:solidFill>
                <a:latin typeface="NanumGothic"/>
                <a:ea typeface="NanumGothic"/>
                <a:cs typeface="NanumGothic"/>
              </a:defRPr>
            </a:pPr>
            <a:r>
              <a:rPr sz="2925" b="1">
                <a:solidFill>
                  <a:srgbClr val="193C33"/>
                </a:solidFill>
                <a:latin typeface="NanumGothic"/>
                <a:ea typeface="NanumGothic"/>
                <a:cs typeface="NanumGothic"/>
              </a:rPr>
              <a:t>일본어 학습 흐름을 확장하고 영어 데이터를 구축</a:t>
            </a:r>
          </a:p>
        </p:txBody>
      </p:sp>
      <p:sp>
        <p:nvSpPr>
          <p:cNvPr id="3" name="">
            <a:extLst xmlns:a="http://schemas.openxmlformats.org/drawingml/2006/main">
              <a:ext uri="{FF2B5EF4-FFF2-40B4-BE49-F238E27FC236}">
                <a16:creationId xmlns:a16="http://schemas.microsoft.com/office/drawing/2014/main" id="{0EE3A0AD-22E4-4B00-8B57-ADE22D0F8565}"/>
              </a:ext>
            </a:extLst>
          </p:cNvPr>
          <p:cNvSpPr>
            <a:spLocks xmlns:a="http://schemas.openxmlformats.org/drawingml/2006/main" noGrp="1"/>
          </p:cNvSpPr>
          <p:nvPr/>
        </p:nvSpPr>
        <p:spPr>
          <a:xfrm xmlns:a="http://schemas.openxmlformats.org/drawingml/2006/main">
            <a:off x="733425" y="1466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숫자는 서버 소스 CSV 기준이며 운영 DB 적재량이나 학습 완료량이 아니다</a:t>
            </a:r>
          </a:p>
        </p:txBody>
      </p:sp>
      <p:sp>
        <p:nvSpPr>
          <p:cNvPr id="4" name="">
            <a:extLst xmlns:a="http://schemas.openxmlformats.org/drawingml/2006/main">
              <a:ext uri="{FF2B5EF4-FFF2-40B4-BE49-F238E27FC236}">
                <a16:creationId xmlns:a16="http://schemas.microsoft.com/office/drawing/2014/main" id="{09F4F96E-442A-4711-8B2E-78BF81DD94A4}"/>
              </a:ext>
            </a:extLst>
          </p:cNvPr>
          <p:cNvSpPr>
            <a:spLocks xmlns:a="http://schemas.openxmlformats.org/drawingml/2006/main" noGrp="1"/>
          </p:cNvSpPr>
          <p:nvPr/>
        </p:nvSpPr>
        <p:spPr>
          <a:xfrm xmlns:a="http://schemas.openxmlformats.org/drawingml/2006/main">
            <a:off x="723900" y="6134100"/>
            <a:ext cx="107346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5" name="">
            <a:extLst xmlns:a="http://schemas.openxmlformats.org/drawingml/2006/main">
              <a:ext uri="{FF2B5EF4-FFF2-40B4-BE49-F238E27FC236}">
                <a16:creationId xmlns:a16="http://schemas.microsoft.com/office/drawing/2014/main" id="{7BA66EF7-C04E-4051-88D7-A6EC55C1A7D9}"/>
              </a:ext>
            </a:extLst>
          </p:cNvPr>
          <p:cNvSpPr>
            <a:spLocks xmlns:a="http://schemas.openxmlformats.org/drawingml/2006/main" noGrp="1"/>
          </p:cNvSpPr>
          <p:nvPr/>
        </p:nvSpPr>
        <p:spPr>
          <a:xfrm xmlns:a="http://schemas.openxmlformats.org/drawingml/2006/main">
            <a:off x="733425" y="62388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607268"/>
                </a:solidFill>
                <a:latin typeface="NanumGothic"/>
                <a:ea typeface="NanumGothic"/>
                <a:cs typeface="NanumGothic"/>
              </a:defRPr>
            </a:pPr>
            <a:r>
              <a:rPr sz="975" b="0">
                <a:solidFill>
                  <a:srgbClr val="607268"/>
                </a:solidFill>
                <a:latin typeface="NanumGothic"/>
                <a:ea typeface="NanumGothic"/>
                <a:cs typeface="NanumGothic"/>
              </a:rPr>
              <a:t>QURVE  /  F시스템 발표</a:t>
            </a:r>
          </a:p>
        </p:txBody>
      </p:sp>
      <p:sp>
        <p:nvSpPr>
          <p:cNvPr id="6" name="">
            <a:extLst xmlns:a="http://schemas.openxmlformats.org/drawingml/2006/main">
              <a:ext uri="{FF2B5EF4-FFF2-40B4-BE49-F238E27FC236}">
                <a16:creationId xmlns:a16="http://schemas.microsoft.com/office/drawing/2014/main" id="{D5A3A800-0624-4F5A-95FA-08D8092EBF86}"/>
              </a:ext>
            </a:extLst>
          </p:cNvPr>
          <p:cNvSpPr>
            <a:spLocks xmlns:a="http://schemas.openxmlformats.org/drawingml/2006/main" noGrp="1"/>
          </p:cNvSpPr>
          <p:nvPr/>
        </p:nvSpPr>
        <p:spPr>
          <a:xfrm xmlns:a="http://schemas.openxmlformats.org/drawingml/2006/main">
            <a:off x="10839450" y="6219825"/>
            <a:ext cx="638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5EA889"/>
                </a:solidFill>
                <a:latin typeface="NanumGothic"/>
                <a:ea typeface="NanumGothic"/>
                <a:cs typeface="NanumGothic"/>
              </a:defRPr>
            </a:pPr>
            <a:r>
              <a:rPr sz="1125" b="1">
                <a:solidFill>
                  <a:srgbClr val="5EA889"/>
                </a:solidFill>
                <a:latin typeface="NanumGothic"/>
                <a:ea typeface="NanumGothic"/>
                <a:cs typeface="NanumGothic"/>
              </a:rPr>
              <a:t>05</a:t>
            </a:r>
          </a:p>
        </p:txBody>
      </p:sp>
      <p:sp>
        <p:nvSpPr>
          <p:cNvPr id="7" name="">
            <a:extLst xmlns:a="http://schemas.openxmlformats.org/drawingml/2006/main">
              <a:ext uri="{FF2B5EF4-FFF2-40B4-BE49-F238E27FC236}">
                <a16:creationId xmlns:a16="http://schemas.microsoft.com/office/drawing/2014/main" id="{BE3BD9AA-BA96-499F-A4C8-F9EF2B39F39F}"/>
              </a:ext>
            </a:extLst>
          </p:cNvPr>
          <p:cNvSpPr>
            <a:spLocks xmlns:a="http://schemas.openxmlformats.org/drawingml/2006/main" noGrp="1"/>
          </p:cNvSpPr>
          <p:nvPr/>
        </p:nvSpPr>
        <p:spPr>
          <a:xfrm xmlns:a="http://schemas.openxmlformats.org/drawingml/2006/main">
            <a:off x="6076950" y="2247900"/>
            <a:ext cx="0" cy="2990850"/>
          </a:xfrm>
          <a:prstGeom xmlns:a="http://schemas.openxmlformats.org/drawingml/2006/main" prst="line">
            <a:avLst/>
          </a:prstGeom>
          <a:noFill xmlns:a="http://schemas.openxmlformats.org/drawingml/2006/main"/>
          <a:ln xmlns:a="http://schemas.openxmlformats.org/drawingml/2006/main" w="19050">
            <a:solidFill>
              <a:srgbClr val="B9D3C3"/>
            </a:solidFill>
          </a:ln>
        </p:spPr>
      </p:sp>
      <p:sp>
        <p:nvSpPr>
          <p:cNvPr id="8" name="">
            <a:extLst xmlns:a="http://schemas.openxmlformats.org/drawingml/2006/main">
              <a:ext uri="{FF2B5EF4-FFF2-40B4-BE49-F238E27FC236}">
                <a16:creationId xmlns:a16="http://schemas.microsoft.com/office/drawing/2014/main" id="{1E104DB2-073E-47C5-92DC-90A87171EA20}"/>
              </a:ext>
            </a:extLst>
          </p:cNvPr>
          <p:cNvSpPr>
            <a:spLocks xmlns:a="http://schemas.openxmlformats.org/drawingml/2006/main" noGrp="1"/>
          </p:cNvSpPr>
          <p:nvPr/>
        </p:nvSpPr>
        <p:spPr>
          <a:xfrm xmlns:a="http://schemas.openxmlformats.org/drawingml/2006/main">
            <a:off x="790575" y="2266950"/>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EA889"/>
                </a:solidFill>
                <a:latin typeface="NanumGothic"/>
                <a:ea typeface="NanumGothic"/>
                <a:cs typeface="NanumGothic"/>
              </a:defRPr>
            </a:pPr>
            <a:r>
              <a:rPr sz="1275" b="1">
                <a:solidFill>
                  <a:srgbClr val="5EA889"/>
                </a:solidFill>
                <a:latin typeface="NanumGothic"/>
                <a:ea typeface="NanumGothic"/>
                <a:cs typeface="NanumGothic"/>
              </a:rPr>
              <a:t>JAPANESE</a:t>
            </a:r>
          </a:p>
        </p:txBody>
      </p:sp>
      <p:sp>
        <p:nvSpPr>
          <p:cNvPr id="9" name="">
            <a:extLst xmlns:a="http://schemas.openxmlformats.org/drawingml/2006/main">
              <a:ext uri="{FF2B5EF4-FFF2-40B4-BE49-F238E27FC236}">
                <a16:creationId xmlns:a16="http://schemas.microsoft.com/office/drawing/2014/main" id="{88A0062D-6FCD-4A9A-B48F-FD1C51CC464A}"/>
              </a:ext>
            </a:extLst>
          </p:cNvPr>
          <p:cNvSpPr>
            <a:spLocks xmlns:a="http://schemas.openxmlformats.org/drawingml/2006/main" noGrp="1"/>
          </p:cNvSpPr>
          <p:nvPr/>
        </p:nvSpPr>
        <p:spPr>
          <a:xfrm xmlns:a="http://schemas.openxmlformats.org/drawingml/2006/main">
            <a:off x="6505575" y="2266950"/>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EA889"/>
                </a:solidFill>
                <a:latin typeface="NanumGothic"/>
                <a:ea typeface="NanumGothic"/>
                <a:cs typeface="NanumGothic"/>
              </a:defRPr>
            </a:pPr>
            <a:r>
              <a:rPr sz="1275" b="1">
                <a:solidFill>
                  <a:srgbClr val="5EA889"/>
                </a:solidFill>
                <a:latin typeface="NanumGothic"/>
                <a:ea typeface="NanumGothic"/>
                <a:cs typeface="NanumGothic"/>
              </a:rPr>
              <a:t>ENGLISH</a:t>
            </a:r>
          </a:p>
        </p:txBody>
      </p:sp>
      <p:sp>
        <p:nvSpPr>
          <p:cNvPr id="10" name="">
            <a:extLst xmlns:a="http://schemas.openxmlformats.org/drawingml/2006/main">
              <a:ext uri="{FF2B5EF4-FFF2-40B4-BE49-F238E27FC236}">
                <a16:creationId xmlns:a16="http://schemas.microsoft.com/office/drawing/2014/main" id="{95EE4F8E-CB13-4963-93D4-EEB45A7AEDE9}"/>
              </a:ext>
            </a:extLst>
          </p:cNvPr>
          <p:cNvSpPr>
            <a:spLocks xmlns:a="http://schemas.openxmlformats.org/drawingml/2006/main" noGrp="1"/>
          </p:cNvSpPr>
          <p:nvPr/>
        </p:nvSpPr>
        <p:spPr>
          <a:xfrm xmlns:a="http://schemas.openxmlformats.org/drawingml/2006/main">
            <a:off x="781050" y="2771775"/>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75" b="1">
                <a:solidFill>
                  <a:srgbClr val="193C33"/>
                </a:solidFill>
                <a:latin typeface="NanumGothic"/>
                <a:ea typeface="NanumGothic"/>
                <a:cs typeface="NanumGothic"/>
              </a:defRPr>
            </a:pPr>
            <a:r>
              <a:rPr sz="5175" b="1">
                <a:solidFill>
                  <a:srgbClr val="193C33"/>
                </a:solidFill>
                <a:latin typeface="NanumGothic"/>
                <a:ea typeface="NanumGothic"/>
                <a:cs typeface="NanumGothic"/>
              </a:rPr>
              <a:t>7,972</a:t>
            </a:r>
          </a:p>
        </p:txBody>
      </p:sp>
      <p:sp>
        <p:nvSpPr>
          <p:cNvPr id="11" name="">
            <a:extLst xmlns:a="http://schemas.openxmlformats.org/drawingml/2006/main">
              <a:ext uri="{FF2B5EF4-FFF2-40B4-BE49-F238E27FC236}">
                <a16:creationId xmlns:a16="http://schemas.microsoft.com/office/drawing/2014/main" id="{D6BB3E68-DDDD-4EBC-9A0C-C0504900E703}"/>
              </a:ext>
            </a:extLst>
          </p:cNvPr>
          <p:cNvSpPr>
            <a:spLocks xmlns:a="http://schemas.openxmlformats.org/drawingml/2006/main" noGrp="1"/>
          </p:cNvSpPr>
          <p:nvPr/>
        </p:nvSpPr>
        <p:spPr>
          <a:xfrm xmlns:a="http://schemas.openxmlformats.org/drawingml/2006/main">
            <a:off x="800100" y="3600450"/>
            <a:ext cx="42957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JLPT 단어 CSV 행</a:t>
            </a:r>
          </a:p>
        </p:txBody>
      </p:sp>
      <p:sp>
        <p:nvSpPr>
          <p:cNvPr id="12" name="">
            <a:extLst xmlns:a="http://schemas.openxmlformats.org/drawingml/2006/main">
              <a:ext uri="{FF2B5EF4-FFF2-40B4-BE49-F238E27FC236}">
                <a16:creationId xmlns:a16="http://schemas.microsoft.com/office/drawing/2014/main" id="{6AE36AFE-03BD-4F4A-A833-3D9626EADBBE}"/>
              </a:ext>
            </a:extLst>
          </p:cNvPr>
          <p:cNvSpPr>
            <a:spLocks xmlns:a="http://schemas.openxmlformats.org/drawingml/2006/main" noGrp="1"/>
          </p:cNvSpPr>
          <p:nvPr/>
        </p:nvSpPr>
        <p:spPr>
          <a:xfrm xmlns:a="http://schemas.openxmlformats.org/drawingml/2006/main">
            <a:off x="781050" y="4095750"/>
            <a:ext cx="428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350" b="1">
                <a:solidFill>
                  <a:srgbClr val="5EA889"/>
                </a:solidFill>
                <a:latin typeface="NanumGothic"/>
                <a:ea typeface="NanumGothic"/>
                <a:cs typeface="NanumGothic"/>
              </a:defRPr>
            </a:pPr>
            <a:r>
              <a:rPr sz="4350" b="1">
                <a:solidFill>
                  <a:srgbClr val="5EA889"/>
                </a:solidFill>
                <a:latin typeface="NanumGothic"/>
                <a:ea typeface="NanumGothic"/>
                <a:cs typeface="NanumGothic"/>
              </a:rPr>
              <a:t>1,056</a:t>
            </a:r>
          </a:p>
        </p:txBody>
      </p:sp>
      <p:sp>
        <p:nvSpPr>
          <p:cNvPr id="13" name="">
            <a:extLst xmlns:a="http://schemas.openxmlformats.org/drawingml/2006/main">
              <a:ext uri="{FF2B5EF4-FFF2-40B4-BE49-F238E27FC236}">
                <a16:creationId xmlns:a16="http://schemas.microsoft.com/office/drawing/2014/main" id="{13E2BF42-8A99-4CF1-964D-124F1EB006F6}"/>
              </a:ext>
            </a:extLst>
          </p:cNvPr>
          <p:cNvSpPr>
            <a:spLocks xmlns:a="http://schemas.openxmlformats.org/drawingml/2006/main" noGrp="1"/>
          </p:cNvSpPr>
          <p:nvPr/>
        </p:nvSpPr>
        <p:spPr>
          <a:xfrm xmlns:a="http://schemas.openxmlformats.org/drawingml/2006/main">
            <a:off x="800100" y="4819650"/>
            <a:ext cx="42957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07268"/>
                </a:solidFill>
                <a:latin typeface="NanumGothic"/>
                <a:ea typeface="NanumGothic"/>
                <a:cs typeface="NanumGothic"/>
              </a:defRPr>
            </a:pPr>
            <a:r>
              <a:rPr sz="1425" b="0">
                <a:solidFill>
                  <a:srgbClr val="607268"/>
                </a:solidFill>
                <a:latin typeface="NanumGothic"/>
                <a:ea typeface="NanumGothic"/>
                <a:cs typeface="NanumGothic"/>
              </a:rPr>
              <a:t>JLPT 문제 고유 항목</a:t>
            </a:r>
          </a:p>
        </p:txBody>
      </p:sp>
      <p:sp>
        <p:nvSpPr>
          <p:cNvPr id="14" name="">
            <a:extLst xmlns:a="http://schemas.openxmlformats.org/drawingml/2006/main">
              <a:ext uri="{FF2B5EF4-FFF2-40B4-BE49-F238E27FC236}">
                <a16:creationId xmlns:a16="http://schemas.microsoft.com/office/drawing/2014/main" id="{83E84BDA-470D-4EED-BB8B-B3D1EC2659E4}"/>
              </a:ext>
            </a:extLst>
          </p:cNvPr>
          <p:cNvSpPr>
            <a:spLocks xmlns:a="http://schemas.openxmlformats.org/drawingml/2006/main" noGrp="1"/>
          </p:cNvSpPr>
          <p:nvPr/>
        </p:nvSpPr>
        <p:spPr>
          <a:xfrm xmlns:a="http://schemas.openxmlformats.org/drawingml/2006/main">
            <a:off x="6496050" y="2771775"/>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75" b="1">
                <a:solidFill>
                  <a:srgbClr val="193C33"/>
                </a:solidFill>
                <a:latin typeface="NanumGothic"/>
                <a:ea typeface="NanumGothic"/>
                <a:cs typeface="NanumGothic"/>
              </a:defRPr>
            </a:pPr>
            <a:r>
              <a:rPr sz="5175" b="1">
                <a:solidFill>
                  <a:srgbClr val="193C33"/>
                </a:solidFill>
                <a:latin typeface="NanumGothic"/>
                <a:ea typeface="NanumGothic"/>
                <a:cs typeface="NanumGothic"/>
              </a:rPr>
              <a:t>9,935</a:t>
            </a:r>
          </a:p>
        </p:txBody>
      </p:sp>
      <p:sp>
        <p:nvSpPr>
          <p:cNvPr id="15" name="">
            <a:extLst xmlns:a="http://schemas.openxmlformats.org/drawingml/2006/main">
              <a:ext uri="{FF2B5EF4-FFF2-40B4-BE49-F238E27FC236}">
                <a16:creationId xmlns:a16="http://schemas.microsoft.com/office/drawing/2014/main" id="{84867057-D9F6-4D60-9E67-E2444BB85F8D}"/>
              </a:ext>
            </a:extLst>
          </p:cNvPr>
          <p:cNvSpPr>
            <a:spLocks xmlns:a="http://schemas.openxmlformats.org/drawingml/2006/main" noGrp="1"/>
          </p:cNvSpPr>
          <p:nvPr/>
        </p:nvSpPr>
        <p:spPr>
          <a:xfrm xmlns:a="http://schemas.openxmlformats.org/drawingml/2006/main">
            <a:off x="6515100" y="3600450"/>
            <a:ext cx="42957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CEFR A1–C2 단어 CSV 행</a:t>
            </a:r>
          </a:p>
        </p:txBody>
      </p:sp>
      <p:sp>
        <p:nvSpPr>
          <p:cNvPr id="16" name="">
            <a:extLst xmlns:a="http://schemas.openxmlformats.org/drawingml/2006/main">
              <a:ext uri="{FF2B5EF4-FFF2-40B4-BE49-F238E27FC236}">
                <a16:creationId xmlns:a16="http://schemas.microsoft.com/office/drawing/2014/main" id="{63B56D8C-5EC8-424C-9EF4-491175FA7E92}"/>
              </a:ext>
            </a:extLst>
          </p:cNvPr>
          <p:cNvSpPr>
            <a:spLocks xmlns:a="http://schemas.openxmlformats.org/drawingml/2006/main" noGrp="1"/>
          </p:cNvSpPr>
          <p:nvPr/>
        </p:nvSpPr>
        <p:spPr>
          <a:xfrm xmlns:a="http://schemas.openxmlformats.org/drawingml/2006/main">
            <a:off x="6496050" y="4095750"/>
            <a:ext cx="428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350" b="1">
                <a:solidFill>
                  <a:srgbClr val="5EA889"/>
                </a:solidFill>
                <a:latin typeface="NanumGothic"/>
                <a:ea typeface="NanumGothic"/>
                <a:cs typeface="NanumGothic"/>
              </a:defRPr>
            </a:pPr>
            <a:r>
              <a:rPr sz="4350" b="1">
                <a:solidFill>
                  <a:srgbClr val="5EA889"/>
                </a:solidFill>
                <a:latin typeface="NanumGothic"/>
                <a:ea typeface="NanumGothic"/>
                <a:cs typeface="NanumGothic"/>
              </a:rPr>
              <a:t>300</a:t>
            </a:r>
          </a:p>
        </p:txBody>
      </p:sp>
      <p:sp>
        <p:nvSpPr>
          <p:cNvPr id="17" name="">
            <a:extLst xmlns:a="http://schemas.openxmlformats.org/drawingml/2006/main">
              <a:ext uri="{FF2B5EF4-FFF2-40B4-BE49-F238E27FC236}">
                <a16:creationId xmlns:a16="http://schemas.microsoft.com/office/drawing/2014/main" id="{7A8A30CB-045B-485A-B9A5-D7D24BAFD51E}"/>
              </a:ext>
            </a:extLst>
          </p:cNvPr>
          <p:cNvSpPr>
            <a:spLocks xmlns:a="http://schemas.openxmlformats.org/drawingml/2006/main" noGrp="1"/>
          </p:cNvSpPr>
          <p:nvPr/>
        </p:nvSpPr>
        <p:spPr>
          <a:xfrm xmlns:a="http://schemas.openxmlformats.org/drawingml/2006/main">
            <a:off x="6515100" y="4819650"/>
            <a:ext cx="42957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07268"/>
                </a:solidFill>
                <a:latin typeface="NanumGothic"/>
                <a:ea typeface="NanumGothic"/>
                <a:cs typeface="NanumGothic"/>
              </a:defRPr>
            </a:pPr>
            <a:r>
              <a:rPr sz="1425" b="0">
                <a:solidFill>
                  <a:srgbClr val="607268"/>
                </a:solidFill>
                <a:latin typeface="NanumGothic"/>
                <a:ea typeface="NanumGothic"/>
                <a:cs typeface="NanumGothic"/>
              </a:rPr>
              <a:t>영어 문제 CSV 항목</a:t>
            </a:r>
          </a:p>
        </p:txBody>
      </p:sp>
      <p:sp>
        <p:nvSpPr>
          <p:cNvPr id="18" name="">
            <a:extLst xmlns:a="http://schemas.openxmlformats.org/drawingml/2006/main">
              <a:ext uri="{FF2B5EF4-FFF2-40B4-BE49-F238E27FC236}">
                <a16:creationId xmlns:a16="http://schemas.microsoft.com/office/drawing/2014/main" id="{554DD0F7-0F5F-4F7A-B5AC-112DB99BBF57}"/>
              </a:ext>
            </a:extLst>
          </p:cNvPr>
          <p:cNvSpPr>
            <a:spLocks xmlns:a="http://schemas.openxmlformats.org/drawingml/2006/main" noGrp="1"/>
          </p:cNvSpPr>
          <p:nvPr/>
        </p:nvSpPr>
        <p:spPr>
          <a:xfrm xmlns:a="http://schemas.openxmlformats.org/drawingml/2006/main">
            <a:off x="781050" y="5362575"/>
            <a:ext cx="10487025" cy="504825"/>
          </a:xfrm>
          <a:prstGeom xmlns:a="http://schemas.openxmlformats.org/drawingml/2006/main" prst="rect">
            <a:avLst/>
          </a:prstGeom>
          <a:solidFill xmlns:a="http://schemas.openxmlformats.org/drawingml/2006/main">
            <a:srgbClr val="E8F2E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C8A45E6-E4DF-4A6C-8489-41317C541F73}"/>
              </a:ext>
            </a:extLst>
          </p:cNvPr>
          <p:cNvSpPr>
            <a:spLocks xmlns:a="http://schemas.openxmlformats.org/drawingml/2006/main" noGrp="1"/>
          </p:cNvSpPr>
          <p:nvPr/>
        </p:nvSpPr>
        <p:spPr>
          <a:xfrm xmlns:a="http://schemas.openxmlformats.org/drawingml/2006/main">
            <a:off x="942975" y="5448300"/>
            <a:ext cx="10163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244A3D"/>
                </a:solidFill>
                <a:latin typeface="NanumGothic"/>
                <a:ea typeface="NanumGothic"/>
                <a:cs typeface="NanumGothic"/>
              </a:defRPr>
            </a:pPr>
            <a:r>
              <a:rPr sz="1350" b="0">
                <a:solidFill>
                  <a:srgbClr val="244A3D"/>
                </a:solidFill>
                <a:latin typeface="NanumGothic"/>
                <a:ea typeface="NanumGothic"/>
                <a:cs typeface="NanumGothic"/>
              </a:rPr>
              <a:t>영어 문제 CSV는 검수 전 상태이며, 프론트 단어 선택 화면은 현재 JLPT 중심</a:t>
            </a:r>
          </a:p>
        </p:txBody>
      </p:sp>
    </p:spTree>
    <p:extLst>
      <p:ext uri="{BB962C8B-B14F-4D97-AF65-F5344CB8AC3E}">
        <p14:creationId xmlns:p14="http://schemas.microsoft.com/office/powerpoint/2010/main" val="344865148"/>
      </p:ext>
    </p:extLst>
  </p:cSld>
</p:sld>
</file>

<file path=ppt/slides/slide6.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9B51276-5ADE-4657-9824-181C4BEA48A5}"/>
              </a:ext>
            </a:extLst>
          </p:cNvPr>
          <p:cNvSpPr>
            <a:spLocks xmlns:a="http://schemas.openxmlformats.org/drawingml/2006/main" noGrp="1"/>
          </p:cNvSpPr>
          <p:nvPr/>
        </p:nvSpPr>
        <p:spPr>
          <a:xfrm xmlns:a="http://schemas.openxmlformats.org/drawingml/2006/main">
            <a:off x="723900" y="2952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EA889"/>
                </a:solidFill>
                <a:latin typeface="NanumGothic"/>
                <a:ea typeface="NanumGothic"/>
                <a:cs typeface="NanumGothic"/>
              </a:defRPr>
            </a:pPr>
            <a:r>
              <a:rPr sz="1200" b="1">
                <a:solidFill>
                  <a:srgbClr val="5EA889"/>
                </a:solidFill>
                <a:latin typeface="NanumGothic"/>
                <a:ea typeface="NanumGothic"/>
                <a:cs typeface="NanumGothic"/>
              </a:rPr>
              <a:t>2. 최종 F시스템 소개  /  2.2 사용자 시나리오</a:t>
            </a:r>
          </a:p>
        </p:txBody>
      </p:sp>
      <p:sp>
        <p:nvSpPr>
          <p:cNvPr id="2" name="">
            <a:extLst xmlns:a="http://schemas.openxmlformats.org/drawingml/2006/main">
              <a:ext uri="{FF2B5EF4-FFF2-40B4-BE49-F238E27FC236}">
                <a16:creationId xmlns:a16="http://schemas.microsoft.com/office/drawing/2014/main" id="{4BA70DC4-BA5C-4BD9-9A2F-19AB503E4B00}"/>
              </a:ext>
            </a:extLst>
          </p:cNvPr>
          <p:cNvSpPr>
            <a:spLocks xmlns:a="http://schemas.openxmlformats.org/drawingml/2006/main" noGrp="1"/>
          </p:cNvSpPr>
          <p:nvPr/>
        </p:nvSpPr>
        <p:spPr>
          <a:xfrm xmlns:a="http://schemas.openxmlformats.org/drawingml/2006/main">
            <a:off x="723900" y="714375"/>
            <a:ext cx="10725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93C33"/>
                </a:solidFill>
                <a:latin typeface="NanumGothic"/>
                <a:ea typeface="NanumGothic"/>
                <a:cs typeface="NanumGothic"/>
              </a:defRPr>
            </a:pPr>
            <a:r>
              <a:rPr sz="2925" b="1">
                <a:solidFill>
                  <a:srgbClr val="193C33"/>
                </a:solidFill>
                <a:latin typeface="NanumGothic"/>
                <a:ea typeface="NanumGothic"/>
                <a:cs typeface="NanumGothic"/>
              </a:rPr>
              <a:t>시나리오 A · 처음 시작하는 학습자</a:t>
            </a:r>
          </a:p>
        </p:txBody>
      </p:sp>
      <p:sp>
        <p:nvSpPr>
          <p:cNvPr id="3" name="">
            <a:extLst xmlns:a="http://schemas.openxmlformats.org/drawingml/2006/main">
              <a:ext uri="{FF2B5EF4-FFF2-40B4-BE49-F238E27FC236}">
                <a16:creationId xmlns:a16="http://schemas.microsoft.com/office/drawing/2014/main" id="{36C2F0B5-F728-4F95-8C97-486651AC87D8}"/>
              </a:ext>
            </a:extLst>
          </p:cNvPr>
          <p:cNvSpPr>
            <a:spLocks xmlns:a="http://schemas.openxmlformats.org/drawingml/2006/main" noGrp="1"/>
          </p:cNvSpPr>
          <p:nvPr/>
        </p:nvSpPr>
        <p:spPr>
          <a:xfrm xmlns:a="http://schemas.openxmlformats.org/drawingml/2006/main">
            <a:off x="733425" y="1466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수준을 모르는 사용자가 첫 학습 단위까지 도달하는 과정</a:t>
            </a:r>
          </a:p>
        </p:txBody>
      </p:sp>
      <p:sp>
        <p:nvSpPr>
          <p:cNvPr id="4" name="">
            <a:extLst xmlns:a="http://schemas.openxmlformats.org/drawingml/2006/main">
              <a:ext uri="{FF2B5EF4-FFF2-40B4-BE49-F238E27FC236}">
                <a16:creationId xmlns:a16="http://schemas.microsoft.com/office/drawing/2014/main" id="{760892EA-983D-40E1-B0F1-D52A4B8C1441}"/>
              </a:ext>
            </a:extLst>
          </p:cNvPr>
          <p:cNvSpPr>
            <a:spLocks xmlns:a="http://schemas.openxmlformats.org/drawingml/2006/main" noGrp="1"/>
          </p:cNvSpPr>
          <p:nvPr/>
        </p:nvSpPr>
        <p:spPr>
          <a:xfrm xmlns:a="http://schemas.openxmlformats.org/drawingml/2006/main">
            <a:off x="723900" y="6134100"/>
            <a:ext cx="107346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5" name="">
            <a:extLst xmlns:a="http://schemas.openxmlformats.org/drawingml/2006/main">
              <a:ext uri="{FF2B5EF4-FFF2-40B4-BE49-F238E27FC236}">
                <a16:creationId xmlns:a16="http://schemas.microsoft.com/office/drawing/2014/main" id="{F86E2C37-CBCF-4EFA-9C23-84A5970A5D1F}"/>
              </a:ext>
            </a:extLst>
          </p:cNvPr>
          <p:cNvSpPr>
            <a:spLocks xmlns:a="http://schemas.openxmlformats.org/drawingml/2006/main" noGrp="1"/>
          </p:cNvSpPr>
          <p:nvPr/>
        </p:nvSpPr>
        <p:spPr>
          <a:xfrm xmlns:a="http://schemas.openxmlformats.org/drawingml/2006/main">
            <a:off x="733425" y="62388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607268"/>
                </a:solidFill>
                <a:latin typeface="NanumGothic"/>
                <a:ea typeface="NanumGothic"/>
                <a:cs typeface="NanumGothic"/>
              </a:defRPr>
            </a:pPr>
            <a:r>
              <a:rPr sz="975" b="0">
                <a:solidFill>
                  <a:srgbClr val="607268"/>
                </a:solidFill>
                <a:latin typeface="NanumGothic"/>
                <a:ea typeface="NanumGothic"/>
                <a:cs typeface="NanumGothic"/>
              </a:rPr>
              <a:t>QURVE  /  F시스템 발표</a:t>
            </a:r>
          </a:p>
        </p:txBody>
      </p:sp>
      <p:sp>
        <p:nvSpPr>
          <p:cNvPr id="6" name="">
            <a:extLst xmlns:a="http://schemas.openxmlformats.org/drawingml/2006/main">
              <a:ext uri="{FF2B5EF4-FFF2-40B4-BE49-F238E27FC236}">
                <a16:creationId xmlns:a16="http://schemas.microsoft.com/office/drawing/2014/main" id="{F944A076-D139-4EF0-A12B-8EF0194573C3}"/>
              </a:ext>
            </a:extLst>
          </p:cNvPr>
          <p:cNvSpPr>
            <a:spLocks xmlns:a="http://schemas.openxmlformats.org/drawingml/2006/main" noGrp="1"/>
          </p:cNvSpPr>
          <p:nvPr/>
        </p:nvSpPr>
        <p:spPr>
          <a:xfrm xmlns:a="http://schemas.openxmlformats.org/drawingml/2006/main">
            <a:off x="10839450" y="6219825"/>
            <a:ext cx="638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5EA889"/>
                </a:solidFill>
                <a:latin typeface="NanumGothic"/>
                <a:ea typeface="NanumGothic"/>
                <a:cs typeface="NanumGothic"/>
              </a:defRPr>
            </a:pPr>
            <a:r>
              <a:rPr sz="1125" b="1">
                <a:solidFill>
                  <a:srgbClr val="5EA889"/>
                </a:solidFill>
                <a:latin typeface="NanumGothic"/>
                <a:ea typeface="NanumGothic"/>
                <a:cs typeface="NanumGothic"/>
              </a:rPr>
              <a:t>06</a:t>
            </a:r>
          </a:p>
        </p:txBody>
      </p:sp>
      <p:sp>
        <p:nvSpPr>
          <p:cNvPr id="7" name="">
            <a:extLst xmlns:a="http://schemas.openxmlformats.org/drawingml/2006/main">
              <a:ext uri="{FF2B5EF4-FFF2-40B4-BE49-F238E27FC236}">
                <a16:creationId xmlns:a16="http://schemas.microsoft.com/office/drawing/2014/main" id="{8306A9B5-3F79-43AC-B43B-F3EDE1B1CEC4}"/>
              </a:ext>
            </a:extLst>
          </p:cNvPr>
          <p:cNvSpPr>
            <a:spLocks xmlns:a="http://schemas.openxmlformats.org/drawingml/2006/main" noGrp="1"/>
          </p:cNvSpPr>
          <p:nvPr/>
        </p:nvSpPr>
        <p:spPr>
          <a:xfrm xmlns:a="http://schemas.openxmlformats.org/drawingml/2006/main">
            <a:off x="800100" y="2343150"/>
            <a:ext cx="190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EA889"/>
                </a:solidFill>
                <a:latin typeface="NanumGothic"/>
                <a:ea typeface="NanumGothic"/>
                <a:cs typeface="NanumGothic"/>
              </a:defRPr>
            </a:pPr>
            <a:r>
              <a:rPr sz="1275" b="1">
                <a:solidFill>
                  <a:srgbClr val="5EA889"/>
                </a:solidFill>
                <a:latin typeface="NanumGothic"/>
                <a:ea typeface="NanumGothic"/>
                <a:cs typeface="NanumGothic"/>
              </a:rPr>
              <a:t>상황</a:t>
            </a:r>
          </a:p>
        </p:txBody>
      </p:sp>
      <p:sp>
        <p:nvSpPr>
          <p:cNvPr id="8" name="">
            <a:extLst xmlns:a="http://schemas.openxmlformats.org/drawingml/2006/main">
              <a:ext uri="{FF2B5EF4-FFF2-40B4-BE49-F238E27FC236}">
                <a16:creationId xmlns:a16="http://schemas.microsoft.com/office/drawing/2014/main" id="{ACFA30E0-2AF4-4EB5-8C9D-D4ED5E08826D}"/>
              </a:ext>
            </a:extLst>
          </p:cNvPr>
          <p:cNvSpPr>
            <a:spLocks xmlns:a="http://schemas.openxmlformats.org/drawingml/2006/main" noGrp="1"/>
          </p:cNvSpPr>
          <p:nvPr/>
        </p:nvSpPr>
        <p:spPr>
          <a:xfrm xmlns:a="http://schemas.openxmlformats.org/drawingml/2006/main">
            <a:off x="1752600" y="2257425"/>
            <a:ext cx="9248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202B27"/>
                </a:solidFill>
                <a:latin typeface="NanumGothic"/>
                <a:ea typeface="NanumGothic"/>
                <a:cs typeface="NanumGothic"/>
              </a:defRPr>
            </a:pPr>
            <a:r>
              <a:rPr sz="1650" b="0">
                <a:solidFill>
                  <a:srgbClr val="202B27"/>
                </a:solidFill>
                <a:latin typeface="NanumGothic"/>
                <a:ea typeface="NanumGothic"/>
                <a:cs typeface="NanumGothic"/>
              </a:rPr>
              <a:t>일본어를 새로 시작한 대학생이 자신의 수준과 첫 학습 내용을 알기 어렵다</a:t>
            </a:r>
          </a:p>
        </p:txBody>
      </p:sp>
      <p:sp>
        <p:nvSpPr>
          <p:cNvPr id="9" name="">
            <a:extLst xmlns:a="http://schemas.openxmlformats.org/drawingml/2006/main">
              <a:ext uri="{FF2B5EF4-FFF2-40B4-BE49-F238E27FC236}">
                <a16:creationId xmlns:a16="http://schemas.microsoft.com/office/drawing/2014/main" id="{3A17FECC-8B07-42CB-82D0-F0CCBB8F2ED7}"/>
              </a:ext>
            </a:extLst>
          </p:cNvPr>
          <p:cNvSpPr>
            <a:spLocks xmlns:a="http://schemas.openxmlformats.org/drawingml/2006/main" noGrp="1"/>
          </p:cNvSpPr>
          <p:nvPr/>
        </p:nvSpPr>
        <p:spPr>
          <a:xfrm xmlns:a="http://schemas.openxmlformats.org/drawingml/2006/main">
            <a:off x="800100" y="3152775"/>
            <a:ext cx="609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5EA889"/>
                </a:solidFill>
                <a:latin typeface="NanumGothic"/>
                <a:ea typeface="NanumGothic"/>
                <a:cs typeface="NanumGothic"/>
              </a:defRPr>
            </a:pPr>
            <a:r>
              <a:rPr sz="2175" b="1">
                <a:solidFill>
                  <a:srgbClr val="5EA889"/>
                </a:solidFill>
                <a:latin typeface="NanumGothic"/>
                <a:ea typeface="NanumGothic"/>
                <a:cs typeface="NanumGothic"/>
              </a:rPr>
              <a:t>01</a:t>
            </a:r>
          </a:p>
        </p:txBody>
      </p:sp>
      <p:sp>
        <p:nvSpPr>
          <p:cNvPr id="10" name="">
            <a:extLst xmlns:a="http://schemas.openxmlformats.org/drawingml/2006/main">
              <a:ext uri="{FF2B5EF4-FFF2-40B4-BE49-F238E27FC236}">
                <a16:creationId xmlns:a16="http://schemas.microsoft.com/office/drawing/2014/main" id="{109A32AB-8219-4BA7-9072-6EF13BE3F1C2}"/>
              </a:ext>
            </a:extLst>
          </p:cNvPr>
          <p:cNvSpPr>
            <a:spLocks xmlns:a="http://schemas.openxmlformats.org/drawingml/2006/main" noGrp="1"/>
          </p:cNvSpPr>
          <p:nvPr/>
        </p:nvSpPr>
        <p:spPr>
          <a:xfrm xmlns:a="http://schemas.openxmlformats.org/drawingml/2006/main">
            <a:off x="1704975" y="3152775"/>
            <a:ext cx="2219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93C33"/>
                </a:solidFill>
                <a:latin typeface="NanumGothic"/>
                <a:ea typeface="NanumGothic"/>
                <a:cs typeface="NanumGothic"/>
              </a:defRPr>
            </a:pPr>
            <a:r>
              <a:rPr sz="1800" b="1">
                <a:solidFill>
                  <a:srgbClr val="193C33"/>
                </a:solidFill>
                <a:latin typeface="NanumGothic"/>
                <a:ea typeface="NanumGothic"/>
                <a:cs typeface="NanumGothic"/>
              </a:rPr>
              <a:t>계정·학습 언어</a:t>
            </a:r>
          </a:p>
        </p:txBody>
      </p:sp>
      <p:sp>
        <p:nvSpPr>
          <p:cNvPr id="11" name="">
            <a:extLst xmlns:a="http://schemas.openxmlformats.org/drawingml/2006/main">
              <a:ext uri="{FF2B5EF4-FFF2-40B4-BE49-F238E27FC236}">
                <a16:creationId xmlns:a16="http://schemas.microsoft.com/office/drawing/2014/main" id="{218844F2-C2E6-45E4-BA48-70F96835059D}"/>
              </a:ext>
            </a:extLst>
          </p:cNvPr>
          <p:cNvSpPr>
            <a:spLocks xmlns:a="http://schemas.openxmlformats.org/drawingml/2006/main" noGrp="1"/>
          </p:cNvSpPr>
          <p:nvPr/>
        </p:nvSpPr>
        <p:spPr>
          <a:xfrm xmlns:a="http://schemas.openxmlformats.org/drawingml/2006/main">
            <a:off x="4019550" y="3152775"/>
            <a:ext cx="71151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계정의 학습 언어에 따라 진단과 학습 기록이 분리된다</a:t>
            </a:r>
          </a:p>
        </p:txBody>
      </p:sp>
      <p:sp>
        <p:nvSpPr>
          <p:cNvPr id="12" name="">
            <a:extLst xmlns:a="http://schemas.openxmlformats.org/drawingml/2006/main">
              <a:ext uri="{FF2B5EF4-FFF2-40B4-BE49-F238E27FC236}">
                <a16:creationId xmlns:a16="http://schemas.microsoft.com/office/drawing/2014/main" id="{C6D98C6D-99D7-47A7-87A6-01247D183AD4}"/>
              </a:ext>
            </a:extLst>
          </p:cNvPr>
          <p:cNvSpPr>
            <a:spLocks xmlns:a="http://schemas.openxmlformats.org/drawingml/2006/main" noGrp="1"/>
          </p:cNvSpPr>
          <p:nvPr/>
        </p:nvSpPr>
        <p:spPr>
          <a:xfrm xmlns:a="http://schemas.openxmlformats.org/drawingml/2006/main">
            <a:off x="790575" y="3810000"/>
            <a:ext cx="10572750"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3" name="">
            <a:extLst xmlns:a="http://schemas.openxmlformats.org/drawingml/2006/main">
              <a:ext uri="{FF2B5EF4-FFF2-40B4-BE49-F238E27FC236}">
                <a16:creationId xmlns:a16="http://schemas.microsoft.com/office/drawing/2014/main" id="{C25C8062-56BA-4878-9424-6C5998C324C5}"/>
              </a:ext>
            </a:extLst>
          </p:cNvPr>
          <p:cNvSpPr>
            <a:spLocks xmlns:a="http://schemas.openxmlformats.org/drawingml/2006/main" noGrp="1"/>
          </p:cNvSpPr>
          <p:nvPr/>
        </p:nvSpPr>
        <p:spPr>
          <a:xfrm xmlns:a="http://schemas.openxmlformats.org/drawingml/2006/main">
            <a:off x="800100" y="3933825"/>
            <a:ext cx="609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5EA889"/>
                </a:solidFill>
                <a:latin typeface="NanumGothic"/>
                <a:ea typeface="NanumGothic"/>
                <a:cs typeface="NanumGothic"/>
              </a:defRPr>
            </a:pPr>
            <a:r>
              <a:rPr sz="2175" b="1">
                <a:solidFill>
                  <a:srgbClr val="5EA889"/>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20B0C7F2-C173-41F2-A368-91F791CA70A7}"/>
              </a:ext>
            </a:extLst>
          </p:cNvPr>
          <p:cNvSpPr>
            <a:spLocks xmlns:a="http://schemas.openxmlformats.org/drawingml/2006/main" noGrp="1"/>
          </p:cNvSpPr>
          <p:nvPr/>
        </p:nvSpPr>
        <p:spPr>
          <a:xfrm xmlns:a="http://schemas.openxmlformats.org/drawingml/2006/main">
            <a:off x="1704975" y="3933825"/>
            <a:ext cx="2219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93C33"/>
                </a:solidFill>
                <a:latin typeface="NanumGothic"/>
                <a:ea typeface="NanumGothic"/>
                <a:cs typeface="NanumGothic"/>
              </a:defRPr>
            </a:pPr>
            <a:r>
              <a:rPr sz="1800" b="1">
                <a:solidFill>
                  <a:srgbClr val="193C33"/>
                </a:solidFill>
                <a:latin typeface="NanumGothic"/>
                <a:ea typeface="NanumGothic"/>
                <a:cs typeface="NanumGothic"/>
              </a:rPr>
              <a:t>레벨 진단</a:t>
            </a:r>
          </a:p>
        </p:txBody>
      </p:sp>
      <p:sp>
        <p:nvSpPr>
          <p:cNvPr id="15" name="">
            <a:extLst xmlns:a="http://schemas.openxmlformats.org/drawingml/2006/main">
              <a:ext uri="{FF2B5EF4-FFF2-40B4-BE49-F238E27FC236}">
                <a16:creationId xmlns:a16="http://schemas.microsoft.com/office/drawing/2014/main" id="{0FC21BFD-E158-434F-9CAF-E3BB699C5C88}"/>
              </a:ext>
            </a:extLst>
          </p:cNvPr>
          <p:cNvSpPr>
            <a:spLocks xmlns:a="http://schemas.openxmlformats.org/drawingml/2006/main" noGrp="1"/>
          </p:cNvSpPr>
          <p:nvPr/>
        </p:nvSpPr>
        <p:spPr>
          <a:xfrm xmlns:a="http://schemas.openxmlformats.org/drawingml/2006/main">
            <a:off x="4019550" y="3933825"/>
            <a:ext cx="71151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사전 질문 3개로 문제 세트를 고른 뒤 1–10 레벨을 저장한다</a:t>
            </a:r>
          </a:p>
        </p:txBody>
      </p:sp>
      <p:sp>
        <p:nvSpPr>
          <p:cNvPr id="16" name="">
            <a:extLst xmlns:a="http://schemas.openxmlformats.org/drawingml/2006/main">
              <a:ext uri="{FF2B5EF4-FFF2-40B4-BE49-F238E27FC236}">
                <a16:creationId xmlns:a16="http://schemas.microsoft.com/office/drawing/2014/main" id="{C061FC26-901E-4C7E-A3F0-7C8FD5ABE518}"/>
              </a:ext>
            </a:extLst>
          </p:cNvPr>
          <p:cNvSpPr>
            <a:spLocks xmlns:a="http://schemas.openxmlformats.org/drawingml/2006/main" noGrp="1"/>
          </p:cNvSpPr>
          <p:nvPr/>
        </p:nvSpPr>
        <p:spPr>
          <a:xfrm xmlns:a="http://schemas.openxmlformats.org/drawingml/2006/main">
            <a:off x="790575" y="4591050"/>
            <a:ext cx="10572750"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7" name="">
            <a:extLst xmlns:a="http://schemas.openxmlformats.org/drawingml/2006/main">
              <a:ext uri="{FF2B5EF4-FFF2-40B4-BE49-F238E27FC236}">
                <a16:creationId xmlns:a16="http://schemas.microsoft.com/office/drawing/2014/main" id="{A4D1AD73-0935-4E45-93D5-B71BDE89BF3A}"/>
              </a:ext>
            </a:extLst>
          </p:cNvPr>
          <p:cNvSpPr>
            <a:spLocks xmlns:a="http://schemas.openxmlformats.org/drawingml/2006/main" noGrp="1"/>
          </p:cNvSpPr>
          <p:nvPr/>
        </p:nvSpPr>
        <p:spPr>
          <a:xfrm xmlns:a="http://schemas.openxmlformats.org/drawingml/2006/main">
            <a:off x="800100" y="4714875"/>
            <a:ext cx="609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5EA889"/>
                </a:solidFill>
                <a:latin typeface="NanumGothic"/>
                <a:ea typeface="NanumGothic"/>
                <a:cs typeface="NanumGothic"/>
              </a:defRPr>
            </a:pPr>
            <a:r>
              <a:rPr sz="2175" b="1">
                <a:solidFill>
                  <a:srgbClr val="5EA889"/>
                </a:solidFill>
                <a:latin typeface="NanumGothic"/>
                <a:ea typeface="NanumGothic"/>
                <a:cs typeface="NanumGothic"/>
              </a:rPr>
              <a:t>03</a:t>
            </a:r>
          </a:p>
        </p:txBody>
      </p:sp>
      <p:sp>
        <p:nvSpPr>
          <p:cNvPr id="18" name="">
            <a:extLst xmlns:a="http://schemas.openxmlformats.org/drawingml/2006/main">
              <a:ext uri="{FF2B5EF4-FFF2-40B4-BE49-F238E27FC236}">
                <a16:creationId xmlns:a16="http://schemas.microsoft.com/office/drawing/2014/main" id="{4202C7C2-0FBC-40C2-A5BB-15F54E3B6AFA}"/>
              </a:ext>
            </a:extLst>
          </p:cNvPr>
          <p:cNvSpPr>
            <a:spLocks xmlns:a="http://schemas.openxmlformats.org/drawingml/2006/main" noGrp="1"/>
          </p:cNvSpPr>
          <p:nvPr/>
        </p:nvSpPr>
        <p:spPr>
          <a:xfrm xmlns:a="http://schemas.openxmlformats.org/drawingml/2006/main">
            <a:off x="1704975" y="4714875"/>
            <a:ext cx="2219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93C33"/>
                </a:solidFill>
                <a:latin typeface="NanumGothic"/>
                <a:ea typeface="NanumGothic"/>
                <a:cs typeface="NanumGothic"/>
              </a:defRPr>
            </a:pPr>
            <a:r>
              <a:rPr sz="1800" b="1">
                <a:solidFill>
                  <a:srgbClr val="193C33"/>
                </a:solidFill>
                <a:latin typeface="NanumGothic"/>
                <a:ea typeface="NanumGothic"/>
                <a:cs typeface="NanumGothic"/>
              </a:rPr>
              <a:t>첫 학습</a:t>
            </a:r>
          </a:p>
        </p:txBody>
      </p:sp>
      <p:sp>
        <p:nvSpPr>
          <p:cNvPr id="19" name="">
            <a:extLst xmlns:a="http://schemas.openxmlformats.org/drawingml/2006/main">
              <a:ext uri="{FF2B5EF4-FFF2-40B4-BE49-F238E27FC236}">
                <a16:creationId xmlns:a16="http://schemas.microsoft.com/office/drawing/2014/main" id="{6D1D277B-9B22-4B12-9C29-E1B25BA206C5}"/>
              </a:ext>
            </a:extLst>
          </p:cNvPr>
          <p:cNvSpPr>
            <a:spLocks xmlns:a="http://schemas.openxmlformats.org/drawingml/2006/main" noGrp="1"/>
          </p:cNvSpPr>
          <p:nvPr/>
        </p:nvSpPr>
        <p:spPr>
          <a:xfrm xmlns:a="http://schemas.openxmlformats.org/drawingml/2006/main">
            <a:off x="4019550" y="4714875"/>
            <a:ext cx="71151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현재 레벨과 날짜에 맞는 오늘의 문제를 메인에서 제시한다</a:t>
            </a:r>
          </a:p>
        </p:txBody>
      </p:sp>
    </p:spTree>
    <p:extLst>
      <p:ext uri="{BB962C8B-B14F-4D97-AF65-F5344CB8AC3E}">
        <p14:creationId xmlns:p14="http://schemas.microsoft.com/office/powerpoint/2010/main" val="1792336973"/>
      </p:ext>
    </p:extLst>
  </p:cSld>
</p:sld>
</file>

<file path=ppt/slides/slide7.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A734065-3DDE-4B70-A3DA-41F94B7CA4E0}"/>
              </a:ext>
            </a:extLst>
          </p:cNvPr>
          <p:cNvSpPr>
            <a:spLocks xmlns:a="http://schemas.openxmlformats.org/drawingml/2006/main" noGrp="1"/>
          </p:cNvSpPr>
          <p:nvPr/>
        </p:nvSpPr>
        <p:spPr>
          <a:xfrm xmlns:a="http://schemas.openxmlformats.org/drawingml/2006/main">
            <a:off x="723900" y="2952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EA889"/>
                </a:solidFill>
                <a:latin typeface="NanumGothic"/>
                <a:ea typeface="NanumGothic"/>
                <a:cs typeface="NanumGothic"/>
              </a:defRPr>
            </a:pPr>
            <a:r>
              <a:rPr sz="1200" b="1">
                <a:solidFill>
                  <a:srgbClr val="5EA889"/>
                </a:solidFill>
                <a:latin typeface="NanumGothic"/>
                <a:ea typeface="NanumGothic"/>
                <a:cs typeface="NanumGothic"/>
              </a:rPr>
              <a:t>2. 최종 F시스템 소개  /  2.2 사용자 시나리오</a:t>
            </a:r>
          </a:p>
        </p:txBody>
      </p:sp>
      <p:sp>
        <p:nvSpPr>
          <p:cNvPr id="2" name="">
            <a:extLst xmlns:a="http://schemas.openxmlformats.org/drawingml/2006/main">
              <a:ext uri="{FF2B5EF4-FFF2-40B4-BE49-F238E27FC236}">
                <a16:creationId xmlns:a16="http://schemas.microsoft.com/office/drawing/2014/main" id="{02ADBBCB-20FA-49A0-99B5-B82A09746234}"/>
              </a:ext>
            </a:extLst>
          </p:cNvPr>
          <p:cNvSpPr>
            <a:spLocks xmlns:a="http://schemas.openxmlformats.org/drawingml/2006/main" noGrp="1"/>
          </p:cNvSpPr>
          <p:nvPr/>
        </p:nvSpPr>
        <p:spPr>
          <a:xfrm xmlns:a="http://schemas.openxmlformats.org/drawingml/2006/main">
            <a:off x="723900" y="714375"/>
            <a:ext cx="10725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93C33"/>
                </a:solidFill>
                <a:latin typeface="NanumGothic"/>
                <a:ea typeface="NanumGothic"/>
                <a:cs typeface="NanumGothic"/>
              </a:defRPr>
            </a:pPr>
            <a:r>
              <a:rPr sz="2925" b="1">
                <a:solidFill>
                  <a:srgbClr val="193C33"/>
                </a:solidFill>
                <a:latin typeface="NanumGothic"/>
                <a:ea typeface="NanumGothic"/>
                <a:cs typeface="NanumGothic"/>
              </a:rPr>
              <a:t>시나리오 B · 짧게 학습하고 복습하는 사용자</a:t>
            </a:r>
          </a:p>
        </p:txBody>
      </p:sp>
      <p:sp>
        <p:nvSpPr>
          <p:cNvPr id="3" name="">
            <a:extLst xmlns:a="http://schemas.openxmlformats.org/drawingml/2006/main">
              <a:ext uri="{FF2B5EF4-FFF2-40B4-BE49-F238E27FC236}">
                <a16:creationId xmlns:a16="http://schemas.microsoft.com/office/drawing/2014/main" id="{D25A126B-F17A-4779-8EFD-335E3A26ADD0}"/>
              </a:ext>
            </a:extLst>
          </p:cNvPr>
          <p:cNvSpPr>
            <a:spLocks xmlns:a="http://schemas.openxmlformats.org/drawingml/2006/main" noGrp="1"/>
          </p:cNvSpPr>
          <p:nvPr/>
        </p:nvSpPr>
        <p:spPr>
          <a:xfrm xmlns:a="http://schemas.openxmlformats.org/drawingml/2006/main">
            <a:off x="733425" y="1466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문제 풀이와 단어 학습을 마치면 결과가 다음 학습에 남는다</a:t>
            </a:r>
          </a:p>
        </p:txBody>
      </p:sp>
      <p:sp>
        <p:nvSpPr>
          <p:cNvPr id="4" name="">
            <a:extLst xmlns:a="http://schemas.openxmlformats.org/drawingml/2006/main">
              <a:ext uri="{FF2B5EF4-FFF2-40B4-BE49-F238E27FC236}">
                <a16:creationId xmlns:a16="http://schemas.microsoft.com/office/drawing/2014/main" id="{9B4017CA-162C-4BBE-AFF9-13CBFB463E8F}"/>
              </a:ext>
            </a:extLst>
          </p:cNvPr>
          <p:cNvSpPr>
            <a:spLocks xmlns:a="http://schemas.openxmlformats.org/drawingml/2006/main" noGrp="1"/>
          </p:cNvSpPr>
          <p:nvPr/>
        </p:nvSpPr>
        <p:spPr>
          <a:xfrm xmlns:a="http://schemas.openxmlformats.org/drawingml/2006/main">
            <a:off x="723900" y="6134100"/>
            <a:ext cx="107346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5" name="">
            <a:extLst xmlns:a="http://schemas.openxmlformats.org/drawingml/2006/main">
              <a:ext uri="{FF2B5EF4-FFF2-40B4-BE49-F238E27FC236}">
                <a16:creationId xmlns:a16="http://schemas.microsoft.com/office/drawing/2014/main" id="{E0FE0C9D-593A-4378-B056-411C9564098E}"/>
              </a:ext>
            </a:extLst>
          </p:cNvPr>
          <p:cNvSpPr>
            <a:spLocks xmlns:a="http://schemas.openxmlformats.org/drawingml/2006/main" noGrp="1"/>
          </p:cNvSpPr>
          <p:nvPr/>
        </p:nvSpPr>
        <p:spPr>
          <a:xfrm xmlns:a="http://schemas.openxmlformats.org/drawingml/2006/main">
            <a:off x="733425" y="62388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607268"/>
                </a:solidFill>
                <a:latin typeface="NanumGothic"/>
                <a:ea typeface="NanumGothic"/>
                <a:cs typeface="NanumGothic"/>
              </a:defRPr>
            </a:pPr>
            <a:r>
              <a:rPr sz="975" b="0">
                <a:solidFill>
                  <a:srgbClr val="607268"/>
                </a:solidFill>
                <a:latin typeface="NanumGothic"/>
                <a:ea typeface="NanumGothic"/>
                <a:cs typeface="NanumGothic"/>
              </a:rPr>
              <a:t>QURVE  /  F시스템 발표</a:t>
            </a:r>
          </a:p>
        </p:txBody>
      </p:sp>
      <p:sp>
        <p:nvSpPr>
          <p:cNvPr id="6" name="">
            <a:extLst xmlns:a="http://schemas.openxmlformats.org/drawingml/2006/main">
              <a:ext uri="{FF2B5EF4-FFF2-40B4-BE49-F238E27FC236}">
                <a16:creationId xmlns:a16="http://schemas.microsoft.com/office/drawing/2014/main" id="{229640CF-26AC-41E0-B247-0D86B3A1918C}"/>
              </a:ext>
            </a:extLst>
          </p:cNvPr>
          <p:cNvSpPr>
            <a:spLocks xmlns:a="http://schemas.openxmlformats.org/drawingml/2006/main" noGrp="1"/>
          </p:cNvSpPr>
          <p:nvPr/>
        </p:nvSpPr>
        <p:spPr>
          <a:xfrm xmlns:a="http://schemas.openxmlformats.org/drawingml/2006/main">
            <a:off x="10839450" y="6219825"/>
            <a:ext cx="638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5EA889"/>
                </a:solidFill>
                <a:latin typeface="NanumGothic"/>
                <a:ea typeface="NanumGothic"/>
                <a:cs typeface="NanumGothic"/>
              </a:defRPr>
            </a:pPr>
            <a:r>
              <a:rPr sz="1125" b="1">
                <a:solidFill>
                  <a:srgbClr val="5EA889"/>
                </a:solidFill>
                <a:latin typeface="NanumGothic"/>
                <a:ea typeface="NanumGothic"/>
                <a:cs typeface="NanumGothic"/>
              </a:rPr>
              <a:t>07</a:t>
            </a:r>
          </a:p>
        </p:txBody>
      </p:sp>
      <p:sp>
        <p:nvSpPr>
          <p:cNvPr id="7" name="">
            <a:extLst xmlns:a="http://schemas.openxmlformats.org/drawingml/2006/main">
              <a:ext uri="{FF2B5EF4-FFF2-40B4-BE49-F238E27FC236}">
                <a16:creationId xmlns:a16="http://schemas.microsoft.com/office/drawing/2014/main" id="{AAE3468B-9A87-4DBE-ABC6-F690E71BCCB4}"/>
              </a:ext>
            </a:extLst>
          </p:cNvPr>
          <p:cNvSpPr>
            <a:spLocks xmlns:a="http://schemas.openxmlformats.org/drawingml/2006/main" noGrp="1"/>
          </p:cNvSpPr>
          <p:nvPr/>
        </p:nvSpPr>
        <p:spPr>
          <a:xfrm xmlns:a="http://schemas.openxmlformats.org/drawingml/2006/main">
            <a:off x="790575" y="2476500"/>
            <a:ext cx="2362200" cy="2228850"/>
          </a:xfrm>
          <a:prstGeom xmlns:a="http://schemas.openxmlformats.org/drawingml/2006/main" prst="rect">
            <a:avLst/>
          </a:prstGeom>
          <a:solidFill xmlns:a="http://schemas.openxmlformats.org/drawingml/2006/main">
            <a:srgbClr val="FFFFFF"/>
          </a:solidFill>
          <a:ln xmlns:a="http://schemas.openxmlformats.org/drawingml/2006/main" w="9525">
            <a:solidFill>
              <a:srgbClr val="B9D3C3"/>
            </a:solidFill>
          </a:ln>
        </p:spPr>
      </p:sp>
      <p:sp>
        <p:nvSpPr>
          <p:cNvPr id="8" name="">
            <a:extLst xmlns:a="http://schemas.openxmlformats.org/drawingml/2006/main">
              <a:ext uri="{FF2B5EF4-FFF2-40B4-BE49-F238E27FC236}">
                <a16:creationId xmlns:a16="http://schemas.microsoft.com/office/drawing/2014/main" id="{C80979A1-45F5-4324-A763-BB012620AFD7}"/>
              </a:ext>
            </a:extLst>
          </p:cNvPr>
          <p:cNvSpPr>
            <a:spLocks xmlns:a="http://schemas.openxmlformats.org/drawingml/2006/main" noGrp="1"/>
          </p:cNvSpPr>
          <p:nvPr/>
        </p:nvSpPr>
        <p:spPr>
          <a:xfrm xmlns:a="http://schemas.openxmlformats.org/drawingml/2006/main">
            <a:off x="962025" y="2609850"/>
            <a:ext cx="71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5EA889"/>
                </a:solidFill>
                <a:latin typeface="NanumGothic"/>
                <a:ea typeface="NanumGothic"/>
                <a:cs typeface="NanumGothic"/>
              </a:defRPr>
            </a:pPr>
            <a:r>
              <a:rPr sz="2550" b="1">
                <a:solidFill>
                  <a:srgbClr val="5EA889"/>
                </a:solidFill>
                <a:latin typeface="NanumGothic"/>
                <a:ea typeface="NanumGothic"/>
                <a:cs typeface="NanumGothic"/>
              </a:rPr>
              <a:t>01</a:t>
            </a:r>
          </a:p>
        </p:txBody>
      </p:sp>
      <p:sp>
        <p:nvSpPr>
          <p:cNvPr id="9" name="">
            <a:extLst xmlns:a="http://schemas.openxmlformats.org/drawingml/2006/main">
              <a:ext uri="{FF2B5EF4-FFF2-40B4-BE49-F238E27FC236}">
                <a16:creationId xmlns:a16="http://schemas.microsoft.com/office/drawing/2014/main" id="{2916AC5C-B268-41C8-A91C-384658126C96}"/>
              </a:ext>
            </a:extLst>
          </p:cNvPr>
          <p:cNvSpPr>
            <a:spLocks xmlns:a="http://schemas.openxmlformats.org/drawingml/2006/main" noGrp="1"/>
          </p:cNvSpPr>
          <p:nvPr/>
        </p:nvSpPr>
        <p:spPr>
          <a:xfrm xmlns:a="http://schemas.openxmlformats.org/drawingml/2006/main">
            <a:off x="962025" y="3238500"/>
            <a:ext cx="2038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93C33"/>
                </a:solidFill>
                <a:latin typeface="NanumGothic"/>
                <a:ea typeface="NanumGothic"/>
                <a:cs typeface="NanumGothic"/>
              </a:defRPr>
            </a:pPr>
            <a:r>
              <a:rPr sz="1875" b="1">
                <a:solidFill>
                  <a:srgbClr val="193C33"/>
                </a:solidFill>
                <a:latin typeface="NanumGothic"/>
                <a:ea typeface="NanumGothic"/>
                <a:cs typeface="NanumGothic"/>
              </a:rPr>
              <a:t>오늘의 문제</a:t>
            </a:r>
          </a:p>
        </p:txBody>
      </p:sp>
      <p:sp>
        <p:nvSpPr>
          <p:cNvPr id="10" name="">
            <a:extLst xmlns:a="http://schemas.openxmlformats.org/drawingml/2006/main">
              <a:ext uri="{FF2B5EF4-FFF2-40B4-BE49-F238E27FC236}">
                <a16:creationId xmlns:a16="http://schemas.microsoft.com/office/drawing/2014/main" id="{030113AA-160B-484C-9258-C17C945B22DD}"/>
              </a:ext>
            </a:extLst>
          </p:cNvPr>
          <p:cNvSpPr>
            <a:spLocks xmlns:a="http://schemas.openxmlformats.org/drawingml/2006/main" noGrp="1"/>
          </p:cNvSpPr>
          <p:nvPr/>
        </p:nvSpPr>
        <p:spPr>
          <a:xfrm xmlns:a="http://schemas.openxmlformats.org/drawingml/2006/main">
            <a:off x="962025" y="3810000"/>
            <a:ext cx="20097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07268"/>
                </a:solidFill>
                <a:latin typeface="NanumGothic"/>
                <a:ea typeface="NanumGothic"/>
                <a:cs typeface="NanumGothic"/>
              </a:defRPr>
            </a:pPr>
            <a:r>
              <a:rPr sz="1350" b="0">
                <a:solidFill>
                  <a:srgbClr val="607268"/>
                </a:solidFill>
                <a:latin typeface="NanumGothic"/>
                <a:ea typeface="NanumGothic"/>
                <a:cs typeface="NanumGothic"/>
              </a:rPr>
              <a:t>현재 레벨·한국 시간 날짜로 세트 선택</a:t>
            </a:r>
          </a:p>
        </p:txBody>
      </p:sp>
      <p:sp>
        <p:nvSpPr>
          <p:cNvPr id="11" name="">
            <a:extLst xmlns:a="http://schemas.openxmlformats.org/drawingml/2006/main">
              <a:ext uri="{FF2B5EF4-FFF2-40B4-BE49-F238E27FC236}">
                <a16:creationId xmlns:a16="http://schemas.microsoft.com/office/drawing/2014/main" id="{0674847F-3E35-4D5E-B8DF-A328851F72FB}"/>
              </a:ext>
            </a:extLst>
          </p:cNvPr>
          <p:cNvSpPr>
            <a:spLocks xmlns:a="http://schemas.openxmlformats.org/drawingml/2006/main" noGrp="1"/>
          </p:cNvSpPr>
          <p:nvPr/>
        </p:nvSpPr>
        <p:spPr>
          <a:xfrm xmlns:a="http://schemas.openxmlformats.org/drawingml/2006/main">
            <a:off x="3181350" y="3543300"/>
            <a:ext cx="323850" cy="0"/>
          </a:xfrm>
          <a:prstGeom xmlns:a="http://schemas.openxmlformats.org/drawingml/2006/main" prst="line">
            <a:avLst/>
          </a:prstGeom>
          <a:noFill xmlns:a="http://schemas.openxmlformats.org/drawingml/2006/main"/>
          <a:ln xmlns:a="http://schemas.openxmlformats.org/drawingml/2006/main" w="28575">
            <a:solidFill>
              <a:srgbClr val="5EA889"/>
            </a:solidFill>
          </a:ln>
        </p:spPr>
      </p:sp>
      <p:sp>
        <p:nvSpPr>
          <p:cNvPr id="12" name="">
            <a:extLst xmlns:a="http://schemas.openxmlformats.org/drawingml/2006/main">
              <a:ext uri="{FF2B5EF4-FFF2-40B4-BE49-F238E27FC236}">
                <a16:creationId xmlns:a16="http://schemas.microsoft.com/office/drawing/2014/main" id="{98D908C0-3EB8-4DE0-AFE9-68E550AB3EA5}"/>
              </a:ext>
            </a:extLst>
          </p:cNvPr>
          <p:cNvSpPr>
            <a:spLocks xmlns:a="http://schemas.openxmlformats.org/drawingml/2006/main" noGrp="1"/>
          </p:cNvSpPr>
          <p:nvPr/>
        </p:nvSpPr>
        <p:spPr>
          <a:xfrm xmlns:a="http://schemas.openxmlformats.org/drawingml/2006/main">
            <a:off x="3562350" y="2476500"/>
            <a:ext cx="2362200" cy="2228850"/>
          </a:xfrm>
          <a:prstGeom xmlns:a="http://schemas.openxmlformats.org/drawingml/2006/main" prst="rect">
            <a:avLst/>
          </a:prstGeom>
          <a:solidFill xmlns:a="http://schemas.openxmlformats.org/drawingml/2006/main">
            <a:srgbClr val="E8F2EC"/>
          </a:solidFill>
          <a:ln xmlns:a="http://schemas.openxmlformats.org/drawingml/2006/main" w="9525">
            <a:solidFill>
              <a:srgbClr val="B9D3C3"/>
            </a:solidFill>
          </a:ln>
        </p:spPr>
      </p:sp>
      <p:sp>
        <p:nvSpPr>
          <p:cNvPr id="13" name="">
            <a:extLst xmlns:a="http://schemas.openxmlformats.org/drawingml/2006/main">
              <a:ext uri="{FF2B5EF4-FFF2-40B4-BE49-F238E27FC236}">
                <a16:creationId xmlns:a16="http://schemas.microsoft.com/office/drawing/2014/main" id="{CDCA9F7B-CBCE-4103-85FB-529716CE69B7}"/>
              </a:ext>
            </a:extLst>
          </p:cNvPr>
          <p:cNvSpPr>
            <a:spLocks xmlns:a="http://schemas.openxmlformats.org/drawingml/2006/main" noGrp="1"/>
          </p:cNvSpPr>
          <p:nvPr/>
        </p:nvSpPr>
        <p:spPr>
          <a:xfrm xmlns:a="http://schemas.openxmlformats.org/drawingml/2006/main">
            <a:off x="3733800" y="2609850"/>
            <a:ext cx="71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5EA889"/>
                </a:solidFill>
                <a:latin typeface="NanumGothic"/>
                <a:ea typeface="NanumGothic"/>
                <a:cs typeface="NanumGothic"/>
              </a:defRPr>
            </a:pPr>
            <a:r>
              <a:rPr sz="2550" b="1">
                <a:solidFill>
                  <a:srgbClr val="5EA889"/>
                </a:solidFill>
                <a:latin typeface="NanumGothic"/>
                <a:ea typeface="NanumGothic"/>
                <a:cs typeface="NanumGothic"/>
              </a:rPr>
              <a:t>02</a:t>
            </a:r>
          </a:p>
        </p:txBody>
      </p:sp>
      <p:sp>
        <p:nvSpPr>
          <p:cNvPr id="14" name="">
            <a:extLst xmlns:a="http://schemas.openxmlformats.org/drawingml/2006/main">
              <a:ext uri="{FF2B5EF4-FFF2-40B4-BE49-F238E27FC236}">
                <a16:creationId xmlns:a16="http://schemas.microsoft.com/office/drawing/2014/main" id="{90CCC91D-E6D7-4F6A-A854-05154A13B8C9}"/>
              </a:ext>
            </a:extLst>
          </p:cNvPr>
          <p:cNvSpPr>
            <a:spLocks xmlns:a="http://schemas.openxmlformats.org/drawingml/2006/main" noGrp="1"/>
          </p:cNvSpPr>
          <p:nvPr/>
        </p:nvSpPr>
        <p:spPr>
          <a:xfrm xmlns:a="http://schemas.openxmlformats.org/drawingml/2006/main">
            <a:off x="3733800" y="3238500"/>
            <a:ext cx="2038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93C33"/>
                </a:solidFill>
                <a:latin typeface="NanumGothic"/>
                <a:ea typeface="NanumGothic"/>
                <a:cs typeface="NanumGothic"/>
              </a:defRPr>
            </a:pPr>
            <a:r>
              <a:rPr sz="1875" b="1">
                <a:solidFill>
                  <a:srgbClr val="193C33"/>
                </a:solidFill>
                <a:latin typeface="NanumGothic"/>
                <a:ea typeface="NanumGothic"/>
                <a:cs typeface="NanumGothic"/>
              </a:rPr>
              <a:t>답안 제출</a:t>
            </a:r>
          </a:p>
        </p:txBody>
      </p:sp>
      <p:sp>
        <p:nvSpPr>
          <p:cNvPr id="15" name="">
            <a:extLst xmlns:a="http://schemas.openxmlformats.org/drawingml/2006/main">
              <a:ext uri="{FF2B5EF4-FFF2-40B4-BE49-F238E27FC236}">
                <a16:creationId xmlns:a16="http://schemas.microsoft.com/office/drawing/2014/main" id="{35A59CAE-4552-418A-9B1A-7D7BB12A15EB}"/>
              </a:ext>
            </a:extLst>
          </p:cNvPr>
          <p:cNvSpPr>
            <a:spLocks xmlns:a="http://schemas.openxmlformats.org/drawingml/2006/main" noGrp="1"/>
          </p:cNvSpPr>
          <p:nvPr/>
        </p:nvSpPr>
        <p:spPr>
          <a:xfrm xmlns:a="http://schemas.openxmlformats.org/drawingml/2006/main">
            <a:off x="3733800" y="3810000"/>
            <a:ext cx="20097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07268"/>
                </a:solidFill>
                <a:latin typeface="NanumGothic"/>
                <a:ea typeface="NanumGothic"/>
                <a:cs typeface="NanumGothic"/>
              </a:defRPr>
            </a:pPr>
            <a:r>
              <a:rPr sz="1350" b="0">
                <a:solidFill>
                  <a:srgbClr val="607268"/>
                </a:solidFill>
                <a:latin typeface="NanumGothic"/>
                <a:ea typeface="NanumGothic"/>
                <a:cs typeface="NanumGothic"/>
              </a:rPr>
              <a:t>선택지 검증 후 제출 이력과 정오 저장</a:t>
            </a:r>
          </a:p>
        </p:txBody>
      </p:sp>
      <p:sp>
        <p:nvSpPr>
          <p:cNvPr id="16" name="">
            <a:extLst xmlns:a="http://schemas.openxmlformats.org/drawingml/2006/main">
              <a:ext uri="{FF2B5EF4-FFF2-40B4-BE49-F238E27FC236}">
                <a16:creationId xmlns:a16="http://schemas.microsoft.com/office/drawing/2014/main" id="{17383A6C-0A9F-46B8-BD8A-07288C0104EC}"/>
              </a:ext>
            </a:extLst>
          </p:cNvPr>
          <p:cNvSpPr>
            <a:spLocks xmlns:a="http://schemas.openxmlformats.org/drawingml/2006/main" noGrp="1"/>
          </p:cNvSpPr>
          <p:nvPr/>
        </p:nvSpPr>
        <p:spPr>
          <a:xfrm xmlns:a="http://schemas.openxmlformats.org/drawingml/2006/main">
            <a:off x="5953125" y="3543300"/>
            <a:ext cx="323850" cy="0"/>
          </a:xfrm>
          <a:prstGeom xmlns:a="http://schemas.openxmlformats.org/drawingml/2006/main" prst="line">
            <a:avLst/>
          </a:prstGeom>
          <a:noFill xmlns:a="http://schemas.openxmlformats.org/drawingml/2006/main"/>
          <a:ln xmlns:a="http://schemas.openxmlformats.org/drawingml/2006/main" w="28575">
            <a:solidFill>
              <a:srgbClr val="5EA889"/>
            </a:solidFill>
          </a:ln>
        </p:spPr>
      </p:sp>
      <p:sp>
        <p:nvSpPr>
          <p:cNvPr id="17" name="">
            <a:extLst xmlns:a="http://schemas.openxmlformats.org/drawingml/2006/main">
              <a:ext uri="{FF2B5EF4-FFF2-40B4-BE49-F238E27FC236}">
                <a16:creationId xmlns:a16="http://schemas.microsoft.com/office/drawing/2014/main" id="{3C564B0B-BDF2-4E5C-AE95-05553E97C1A9}"/>
              </a:ext>
            </a:extLst>
          </p:cNvPr>
          <p:cNvSpPr>
            <a:spLocks xmlns:a="http://schemas.openxmlformats.org/drawingml/2006/main" noGrp="1"/>
          </p:cNvSpPr>
          <p:nvPr/>
        </p:nvSpPr>
        <p:spPr>
          <a:xfrm xmlns:a="http://schemas.openxmlformats.org/drawingml/2006/main">
            <a:off x="6334125" y="2476500"/>
            <a:ext cx="2362200" cy="2228850"/>
          </a:xfrm>
          <a:prstGeom xmlns:a="http://schemas.openxmlformats.org/drawingml/2006/main" prst="rect">
            <a:avLst/>
          </a:prstGeom>
          <a:solidFill xmlns:a="http://schemas.openxmlformats.org/drawingml/2006/main">
            <a:srgbClr val="FFFFFF"/>
          </a:solidFill>
          <a:ln xmlns:a="http://schemas.openxmlformats.org/drawingml/2006/main" w="9525">
            <a:solidFill>
              <a:srgbClr val="B9D3C3"/>
            </a:solidFill>
          </a:ln>
        </p:spPr>
      </p:sp>
      <p:sp>
        <p:nvSpPr>
          <p:cNvPr id="18" name="">
            <a:extLst xmlns:a="http://schemas.openxmlformats.org/drawingml/2006/main">
              <a:ext uri="{FF2B5EF4-FFF2-40B4-BE49-F238E27FC236}">
                <a16:creationId xmlns:a16="http://schemas.microsoft.com/office/drawing/2014/main" id="{409DE050-DB15-4308-B2F2-233E0862330F}"/>
              </a:ext>
            </a:extLst>
          </p:cNvPr>
          <p:cNvSpPr>
            <a:spLocks xmlns:a="http://schemas.openxmlformats.org/drawingml/2006/main" noGrp="1"/>
          </p:cNvSpPr>
          <p:nvPr/>
        </p:nvSpPr>
        <p:spPr>
          <a:xfrm xmlns:a="http://schemas.openxmlformats.org/drawingml/2006/main">
            <a:off x="6505575" y="2609850"/>
            <a:ext cx="71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5EA889"/>
                </a:solidFill>
                <a:latin typeface="NanumGothic"/>
                <a:ea typeface="NanumGothic"/>
                <a:cs typeface="NanumGothic"/>
              </a:defRPr>
            </a:pPr>
            <a:r>
              <a:rPr sz="2550" b="1">
                <a:solidFill>
                  <a:srgbClr val="5EA889"/>
                </a:solidFill>
                <a:latin typeface="NanumGothic"/>
                <a:ea typeface="NanumGothic"/>
                <a:cs typeface="NanumGothic"/>
              </a:rPr>
              <a:t>03</a:t>
            </a:r>
          </a:p>
        </p:txBody>
      </p:sp>
      <p:sp>
        <p:nvSpPr>
          <p:cNvPr id="19" name="">
            <a:extLst xmlns:a="http://schemas.openxmlformats.org/drawingml/2006/main">
              <a:ext uri="{FF2B5EF4-FFF2-40B4-BE49-F238E27FC236}">
                <a16:creationId xmlns:a16="http://schemas.microsoft.com/office/drawing/2014/main" id="{9F871487-BCC7-4AAD-8885-964AAB56EB85}"/>
              </a:ext>
            </a:extLst>
          </p:cNvPr>
          <p:cNvSpPr>
            <a:spLocks xmlns:a="http://schemas.openxmlformats.org/drawingml/2006/main" noGrp="1"/>
          </p:cNvSpPr>
          <p:nvPr/>
        </p:nvSpPr>
        <p:spPr>
          <a:xfrm xmlns:a="http://schemas.openxmlformats.org/drawingml/2006/main">
            <a:off x="6505575" y="3238500"/>
            <a:ext cx="2038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93C33"/>
                </a:solidFill>
                <a:latin typeface="NanumGothic"/>
                <a:ea typeface="NanumGothic"/>
                <a:cs typeface="NanumGothic"/>
              </a:defRPr>
            </a:pPr>
            <a:r>
              <a:rPr sz="1875" b="1">
                <a:solidFill>
                  <a:srgbClr val="193C33"/>
                </a:solidFill>
                <a:latin typeface="NanumGothic"/>
                <a:ea typeface="NanumGothic"/>
                <a:cs typeface="NanumGothic"/>
              </a:rPr>
              <a:t>단어 유닛</a:t>
            </a:r>
          </a:p>
        </p:txBody>
      </p:sp>
      <p:sp>
        <p:nvSpPr>
          <p:cNvPr id="20" name="">
            <a:extLst xmlns:a="http://schemas.openxmlformats.org/drawingml/2006/main">
              <a:ext uri="{FF2B5EF4-FFF2-40B4-BE49-F238E27FC236}">
                <a16:creationId xmlns:a16="http://schemas.microsoft.com/office/drawing/2014/main" id="{B6168CE2-A084-4C42-A8F6-F29CA9B89CD0}"/>
              </a:ext>
            </a:extLst>
          </p:cNvPr>
          <p:cNvSpPr>
            <a:spLocks xmlns:a="http://schemas.openxmlformats.org/drawingml/2006/main" noGrp="1"/>
          </p:cNvSpPr>
          <p:nvPr/>
        </p:nvSpPr>
        <p:spPr>
          <a:xfrm xmlns:a="http://schemas.openxmlformats.org/drawingml/2006/main">
            <a:off x="6505575" y="3810000"/>
            <a:ext cx="20097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07268"/>
                </a:solidFill>
                <a:latin typeface="NanumGothic"/>
                <a:ea typeface="NanumGothic"/>
                <a:cs typeface="NanumGothic"/>
              </a:defRPr>
            </a:pPr>
            <a:r>
              <a:rPr sz="1350" b="0">
                <a:solidFill>
                  <a:srgbClr val="607268"/>
                </a:solidFill>
                <a:latin typeface="NanumGothic"/>
                <a:ea typeface="NanumGothic"/>
                <a:cs typeface="NanumGothic"/>
              </a:rPr>
              <a:t>20개 단어 단위 진행 상태 저장</a:t>
            </a:r>
          </a:p>
        </p:txBody>
      </p:sp>
      <p:sp>
        <p:nvSpPr>
          <p:cNvPr id="21" name="">
            <a:extLst xmlns:a="http://schemas.openxmlformats.org/drawingml/2006/main">
              <a:ext uri="{FF2B5EF4-FFF2-40B4-BE49-F238E27FC236}">
                <a16:creationId xmlns:a16="http://schemas.microsoft.com/office/drawing/2014/main" id="{D9FEF295-B1C1-4858-ACF9-B2CE1D8D45A7}"/>
              </a:ext>
            </a:extLst>
          </p:cNvPr>
          <p:cNvSpPr>
            <a:spLocks xmlns:a="http://schemas.openxmlformats.org/drawingml/2006/main" noGrp="1"/>
          </p:cNvSpPr>
          <p:nvPr/>
        </p:nvSpPr>
        <p:spPr>
          <a:xfrm xmlns:a="http://schemas.openxmlformats.org/drawingml/2006/main">
            <a:off x="8724900" y="3543300"/>
            <a:ext cx="323850" cy="0"/>
          </a:xfrm>
          <a:prstGeom xmlns:a="http://schemas.openxmlformats.org/drawingml/2006/main" prst="line">
            <a:avLst/>
          </a:prstGeom>
          <a:noFill xmlns:a="http://schemas.openxmlformats.org/drawingml/2006/main"/>
          <a:ln xmlns:a="http://schemas.openxmlformats.org/drawingml/2006/main" w="28575">
            <a:solidFill>
              <a:srgbClr val="5EA889"/>
            </a:solidFill>
          </a:ln>
        </p:spPr>
      </p:sp>
      <p:sp>
        <p:nvSpPr>
          <p:cNvPr id="22" name="">
            <a:extLst xmlns:a="http://schemas.openxmlformats.org/drawingml/2006/main">
              <a:ext uri="{FF2B5EF4-FFF2-40B4-BE49-F238E27FC236}">
                <a16:creationId xmlns:a16="http://schemas.microsoft.com/office/drawing/2014/main" id="{08E65334-23F1-438E-8236-419EE32375B6}"/>
              </a:ext>
            </a:extLst>
          </p:cNvPr>
          <p:cNvSpPr>
            <a:spLocks xmlns:a="http://schemas.openxmlformats.org/drawingml/2006/main" noGrp="1"/>
          </p:cNvSpPr>
          <p:nvPr/>
        </p:nvSpPr>
        <p:spPr>
          <a:xfrm xmlns:a="http://schemas.openxmlformats.org/drawingml/2006/main">
            <a:off x="9105900" y="2476500"/>
            <a:ext cx="2362200" cy="2228850"/>
          </a:xfrm>
          <a:prstGeom xmlns:a="http://schemas.openxmlformats.org/drawingml/2006/main" prst="rect">
            <a:avLst/>
          </a:prstGeom>
          <a:solidFill xmlns:a="http://schemas.openxmlformats.org/drawingml/2006/main">
            <a:srgbClr val="FFFFFF"/>
          </a:solidFill>
          <a:ln xmlns:a="http://schemas.openxmlformats.org/drawingml/2006/main" w="9525">
            <a:solidFill>
              <a:srgbClr val="B9D3C3"/>
            </a:solidFill>
          </a:ln>
        </p:spPr>
      </p:sp>
      <p:sp>
        <p:nvSpPr>
          <p:cNvPr id="23" name="">
            <a:extLst xmlns:a="http://schemas.openxmlformats.org/drawingml/2006/main">
              <a:ext uri="{FF2B5EF4-FFF2-40B4-BE49-F238E27FC236}">
                <a16:creationId xmlns:a16="http://schemas.microsoft.com/office/drawing/2014/main" id="{28D3BB40-304C-4FC6-948E-07ECA8953055}"/>
              </a:ext>
            </a:extLst>
          </p:cNvPr>
          <p:cNvSpPr>
            <a:spLocks xmlns:a="http://schemas.openxmlformats.org/drawingml/2006/main" noGrp="1"/>
          </p:cNvSpPr>
          <p:nvPr/>
        </p:nvSpPr>
        <p:spPr>
          <a:xfrm xmlns:a="http://schemas.openxmlformats.org/drawingml/2006/main">
            <a:off x="9277350" y="2609850"/>
            <a:ext cx="71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5EA889"/>
                </a:solidFill>
                <a:latin typeface="NanumGothic"/>
                <a:ea typeface="NanumGothic"/>
                <a:cs typeface="NanumGothic"/>
              </a:defRPr>
            </a:pPr>
            <a:r>
              <a:rPr sz="2550" b="1">
                <a:solidFill>
                  <a:srgbClr val="5EA889"/>
                </a:solidFill>
                <a:latin typeface="NanumGothic"/>
                <a:ea typeface="NanumGothic"/>
                <a:cs typeface="NanumGothic"/>
              </a:rPr>
              <a:t>04</a:t>
            </a:r>
          </a:p>
        </p:txBody>
      </p:sp>
      <p:sp>
        <p:nvSpPr>
          <p:cNvPr id="24" name="">
            <a:extLst xmlns:a="http://schemas.openxmlformats.org/drawingml/2006/main">
              <a:ext uri="{FF2B5EF4-FFF2-40B4-BE49-F238E27FC236}">
                <a16:creationId xmlns:a16="http://schemas.microsoft.com/office/drawing/2014/main" id="{CF548B0C-8ADA-466B-B59B-5E71D58526DB}"/>
              </a:ext>
            </a:extLst>
          </p:cNvPr>
          <p:cNvSpPr>
            <a:spLocks xmlns:a="http://schemas.openxmlformats.org/drawingml/2006/main" noGrp="1"/>
          </p:cNvSpPr>
          <p:nvPr/>
        </p:nvSpPr>
        <p:spPr>
          <a:xfrm xmlns:a="http://schemas.openxmlformats.org/drawingml/2006/main">
            <a:off x="9277350" y="3238500"/>
            <a:ext cx="2038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93C33"/>
                </a:solidFill>
                <a:latin typeface="NanumGothic"/>
                <a:ea typeface="NanumGothic"/>
                <a:cs typeface="NanumGothic"/>
              </a:defRPr>
            </a:pPr>
            <a:r>
              <a:rPr sz="1875" b="1">
                <a:solidFill>
                  <a:srgbClr val="193C33"/>
                </a:solidFill>
                <a:latin typeface="NanumGothic"/>
                <a:ea typeface="NanumGothic"/>
                <a:cs typeface="NanumGothic"/>
              </a:rPr>
              <a:t>복습</a:t>
            </a:r>
          </a:p>
        </p:txBody>
      </p:sp>
      <p:sp>
        <p:nvSpPr>
          <p:cNvPr id="25" name="">
            <a:extLst xmlns:a="http://schemas.openxmlformats.org/drawingml/2006/main">
              <a:ext uri="{FF2B5EF4-FFF2-40B4-BE49-F238E27FC236}">
                <a16:creationId xmlns:a16="http://schemas.microsoft.com/office/drawing/2014/main" id="{4C0252AD-F1A3-401D-A7C3-5B9D7EB5AE16}"/>
              </a:ext>
            </a:extLst>
          </p:cNvPr>
          <p:cNvSpPr>
            <a:spLocks xmlns:a="http://schemas.openxmlformats.org/drawingml/2006/main" noGrp="1"/>
          </p:cNvSpPr>
          <p:nvPr/>
        </p:nvSpPr>
        <p:spPr>
          <a:xfrm xmlns:a="http://schemas.openxmlformats.org/drawingml/2006/main">
            <a:off x="9277350" y="3810000"/>
            <a:ext cx="20097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07268"/>
                </a:solidFill>
                <a:latin typeface="NanumGothic"/>
                <a:ea typeface="NanumGothic"/>
                <a:cs typeface="NanumGothic"/>
              </a:defRPr>
            </a:pPr>
            <a:r>
              <a:rPr sz="1350" b="0">
                <a:solidFill>
                  <a:srgbClr val="607268"/>
                </a:solidFill>
                <a:latin typeface="NanumGothic"/>
                <a:ea typeface="NanumGothic"/>
                <a:cs typeface="NanumGothic"/>
              </a:rPr>
              <a:t>오답노트·북마크로 부족한 항목 재확인</a:t>
            </a:r>
          </a:p>
        </p:txBody>
      </p:sp>
      <p:sp>
        <p:nvSpPr>
          <p:cNvPr id="26" name="">
            <a:extLst xmlns:a="http://schemas.openxmlformats.org/drawingml/2006/main">
              <a:ext uri="{FF2B5EF4-FFF2-40B4-BE49-F238E27FC236}">
                <a16:creationId xmlns:a16="http://schemas.microsoft.com/office/drawing/2014/main" id="{B01BB69C-1E37-4607-9E2A-F89BBBDD6124}"/>
              </a:ext>
            </a:extLst>
          </p:cNvPr>
          <p:cNvSpPr>
            <a:spLocks xmlns:a="http://schemas.openxmlformats.org/drawingml/2006/main" noGrp="1"/>
          </p:cNvSpPr>
          <p:nvPr/>
        </p:nvSpPr>
        <p:spPr>
          <a:xfrm xmlns:a="http://schemas.openxmlformats.org/drawingml/2006/main">
            <a:off x="800100" y="5153025"/>
            <a:ext cx="10458450" cy="0"/>
          </a:xfrm>
          <a:prstGeom xmlns:a="http://schemas.openxmlformats.org/drawingml/2006/main" prst="line">
            <a:avLst/>
          </a:prstGeom>
          <a:noFill xmlns:a="http://schemas.openxmlformats.org/drawingml/2006/main"/>
          <a:ln xmlns:a="http://schemas.openxmlformats.org/drawingml/2006/main" w="19050">
            <a:solidFill>
              <a:srgbClr val="B9D3C3"/>
            </a:solidFill>
          </a:ln>
        </p:spPr>
      </p:sp>
      <p:sp>
        <p:nvSpPr>
          <p:cNvPr id="27" name="">
            <a:extLst xmlns:a="http://schemas.openxmlformats.org/drawingml/2006/main">
              <a:ext uri="{FF2B5EF4-FFF2-40B4-BE49-F238E27FC236}">
                <a16:creationId xmlns:a16="http://schemas.microsoft.com/office/drawing/2014/main" id="{B0917F12-62CC-4D2F-A569-317689C84D98}"/>
              </a:ext>
            </a:extLst>
          </p:cNvPr>
          <p:cNvSpPr>
            <a:spLocks xmlns:a="http://schemas.openxmlformats.org/drawingml/2006/main" noGrp="1"/>
          </p:cNvSpPr>
          <p:nvPr/>
        </p:nvSpPr>
        <p:spPr>
          <a:xfrm xmlns:a="http://schemas.openxmlformats.org/drawingml/2006/main">
            <a:off x="800100" y="5314950"/>
            <a:ext cx="27908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EA889"/>
                </a:solidFill>
                <a:latin typeface="NanumGothic"/>
                <a:ea typeface="NanumGothic"/>
                <a:cs typeface="NanumGothic"/>
              </a:defRPr>
            </a:pPr>
            <a:r>
              <a:rPr sz="1275" b="1">
                <a:solidFill>
                  <a:srgbClr val="5EA889"/>
                </a:solidFill>
                <a:latin typeface="NanumGothic"/>
                <a:ea typeface="NanumGothic"/>
                <a:cs typeface="NanumGothic"/>
              </a:rPr>
              <a:t>학습 후 남는 데이터</a:t>
            </a:r>
          </a:p>
        </p:txBody>
      </p:sp>
      <p:sp>
        <p:nvSpPr>
          <p:cNvPr id="28" name="">
            <a:extLst xmlns:a="http://schemas.openxmlformats.org/drawingml/2006/main">
              <a:ext uri="{FF2B5EF4-FFF2-40B4-BE49-F238E27FC236}">
                <a16:creationId xmlns:a16="http://schemas.microsoft.com/office/drawing/2014/main" id="{D6010727-26E5-4FC0-8FFA-8D78772035A1}"/>
              </a:ext>
            </a:extLst>
          </p:cNvPr>
          <p:cNvSpPr>
            <a:spLocks xmlns:a="http://schemas.openxmlformats.org/drawingml/2006/main" noGrp="1"/>
          </p:cNvSpPr>
          <p:nvPr/>
        </p:nvSpPr>
        <p:spPr>
          <a:xfrm xmlns:a="http://schemas.openxmlformats.org/drawingml/2006/main">
            <a:off x="3629025" y="5248275"/>
            <a:ext cx="7505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202B27"/>
                </a:solidFill>
                <a:latin typeface="NanumGothic"/>
                <a:ea typeface="NanumGothic"/>
                <a:cs typeface="NanumGothic"/>
              </a:defRPr>
            </a:pPr>
            <a:r>
              <a:rPr sz="1650" b="0">
                <a:solidFill>
                  <a:srgbClr val="202B27"/>
                </a:solidFill>
                <a:latin typeface="NanumGothic"/>
                <a:ea typeface="NanumGothic"/>
                <a:cs typeface="NanumGothic"/>
              </a:rPr>
              <a:t>제출 이력 · 단어 진행 · 오답 · 새로 익힌 단어 · XP</a:t>
            </a:r>
          </a:p>
        </p:txBody>
      </p:sp>
    </p:spTree>
    <p:extLst>
      <p:ext uri="{BB962C8B-B14F-4D97-AF65-F5344CB8AC3E}">
        <p14:creationId xmlns:p14="http://schemas.microsoft.com/office/powerpoint/2010/main" val="275793628"/>
      </p:ext>
    </p:extLst>
  </p:cSld>
</p:sld>
</file>

<file path=ppt/slides/slide8.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56D4E3F-FBF1-4E5C-9DBC-5AD665C42C52}"/>
              </a:ext>
            </a:extLst>
          </p:cNvPr>
          <p:cNvSpPr>
            <a:spLocks xmlns:a="http://schemas.openxmlformats.org/drawingml/2006/main" noGrp="1"/>
          </p:cNvSpPr>
          <p:nvPr/>
        </p:nvSpPr>
        <p:spPr>
          <a:xfrm xmlns:a="http://schemas.openxmlformats.org/drawingml/2006/main">
            <a:off x="723900" y="2952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EA889"/>
                </a:solidFill>
                <a:latin typeface="NanumGothic"/>
                <a:ea typeface="NanumGothic"/>
                <a:cs typeface="NanumGothic"/>
              </a:defRPr>
            </a:pPr>
            <a:r>
              <a:rPr sz="1200" b="1">
                <a:solidFill>
                  <a:srgbClr val="5EA889"/>
                </a:solidFill>
                <a:latin typeface="NanumGothic"/>
                <a:ea typeface="NanumGothic"/>
                <a:cs typeface="NanumGothic"/>
              </a:rPr>
              <a:t>2. 최종 F시스템 소개  /  2.2 사용자 시나리오</a:t>
            </a:r>
          </a:p>
        </p:txBody>
      </p:sp>
      <p:sp>
        <p:nvSpPr>
          <p:cNvPr id="2" name="">
            <a:extLst xmlns:a="http://schemas.openxmlformats.org/drawingml/2006/main">
              <a:ext uri="{FF2B5EF4-FFF2-40B4-BE49-F238E27FC236}">
                <a16:creationId xmlns:a16="http://schemas.microsoft.com/office/drawing/2014/main" id="{E8913FDF-FEAB-47AA-95B1-6348AD487AA3}"/>
              </a:ext>
            </a:extLst>
          </p:cNvPr>
          <p:cNvSpPr>
            <a:spLocks xmlns:a="http://schemas.openxmlformats.org/drawingml/2006/main" noGrp="1"/>
          </p:cNvSpPr>
          <p:nvPr/>
        </p:nvSpPr>
        <p:spPr>
          <a:xfrm xmlns:a="http://schemas.openxmlformats.org/drawingml/2006/main">
            <a:off x="723900" y="714375"/>
            <a:ext cx="10725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93C33"/>
                </a:solidFill>
                <a:latin typeface="NanumGothic"/>
                <a:ea typeface="NanumGothic"/>
                <a:cs typeface="NanumGothic"/>
              </a:defRPr>
            </a:pPr>
            <a:r>
              <a:rPr sz="2925" b="1">
                <a:solidFill>
                  <a:srgbClr val="193C33"/>
                </a:solidFill>
                <a:latin typeface="NanumGothic"/>
                <a:ea typeface="NanumGothic"/>
                <a:cs typeface="NanumGothic"/>
              </a:rPr>
              <a:t>시나리오 C · 결과를 보고 다음 학습을 정한다</a:t>
            </a:r>
          </a:p>
        </p:txBody>
      </p:sp>
      <p:sp>
        <p:nvSpPr>
          <p:cNvPr id="3" name="">
            <a:extLst xmlns:a="http://schemas.openxmlformats.org/drawingml/2006/main">
              <a:ext uri="{FF2B5EF4-FFF2-40B4-BE49-F238E27FC236}">
                <a16:creationId xmlns:a16="http://schemas.microsoft.com/office/drawing/2014/main" id="{747C2077-385E-429A-85C1-8310456E27AC}"/>
              </a:ext>
            </a:extLst>
          </p:cNvPr>
          <p:cNvSpPr>
            <a:spLocks xmlns:a="http://schemas.openxmlformats.org/drawingml/2006/main" noGrp="1"/>
          </p:cNvSpPr>
          <p:nvPr/>
        </p:nvSpPr>
        <p:spPr>
          <a:xfrm xmlns:a="http://schemas.openxmlformats.org/drawingml/2006/main">
            <a:off x="733425" y="1466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학습 행동을 출석·목표·통계로 다시 보여주고 AI 대화로 표현을 연습</a:t>
            </a:r>
          </a:p>
        </p:txBody>
      </p:sp>
      <p:sp>
        <p:nvSpPr>
          <p:cNvPr id="4" name="">
            <a:extLst xmlns:a="http://schemas.openxmlformats.org/drawingml/2006/main">
              <a:ext uri="{FF2B5EF4-FFF2-40B4-BE49-F238E27FC236}">
                <a16:creationId xmlns:a16="http://schemas.microsoft.com/office/drawing/2014/main" id="{BAA24436-774E-483C-B31A-9D8940EC7D38}"/>
              </a:ext>
            </a:extLst>
          </p:cNvPr>
          <p:cNvSpPr>
            <a:spLocks xmlns:a="http://schemas.openxmlformats.org/drawingml/2006/main" noGrp="1"/>
          </p:cNvSpPr>
          <p:nvPr/>
        </p:nvSpPr>
        <p:spPr>
          <a:xfrm xmlns:a="http://schemas.openxmlformats.org/drawingml/2006/main">
            <a:off x="723900" y="6134100"/>
            <a:ext cx="107346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5" name="">
            <a:extLst xmlns:a="http://schemas.openxmlformats.org/drawingml/2006/main">
              <a:ext uri="{FF2B5EF4-FFF2-40B4-BE49-F238E27FC236}">
                <a16:creationId xmlns:a16="http://schemas.microsoft.com/office/drawing/2014/main" id="{8696BF43-0AD0-4D50-9562-A6300988B8CE}"/>
              </a:ext>
            </a:extLst>
          </p:cNvPr>
          <p:cNvSpPr>
            <a:spLocks xmlns:a="http://schemas.openxmlformats.org/drawingml/2006/main" noGrp="1"/>
          </p:cNvSpPr>
          <p:nvPr/>
        </p:nvSpPr>
        <p:spPr>
          <a:xfrm xmlns:a="http://schemas.openxmlformats.org/drawingml/2006/main">
            <a:off x="733425" y="62388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607268"/>
                </a:solidFill>
                <a:latin typeface="NanumGothic"/>
                <a:ea typeface="NanumGothic"/>
                <a:cs typeface="NanumGothic"/>
              </a:defRPr>
            </a:pPr>
            <a:r>
              <a:rPr sz="975" b="0">
                <a:solidFill>
                  <a:srgbClr val="607268"/>
                </a:solidFill>
                <a:latin typeface="NanumGothic"/>
                <a:ea typeface="NanumGothic"/>
                <a:cs typeface="NanumGothic"/>
              </a:rPr>
              <a:t>QURVE  /  F시스템 발표</a:t>
            </a:r>
          </a:p>
        </p:txBody>
      </p:sp>
      <p:sp>
        <p:nvSpPr>
          <p:cNvPr id="6" name="">
            <a:extLst xmlns:a="http://schemas.openxmlformats.org/drawingml/2006/main">
              <a:ext uri="{FF2B5EF4-FFF2-40B4-BE49-F238E27FC236}">
                <a16:creationId xmlns:a16="http://schemas.microsoft.com/office/drawing/2014/main" id="{F718D5C9-D76F-4273-8356-1AE2106BB9E1}"/>
              </a:ext>
            </a:extLst>
          </p:cNvPr>
          <p:cNvSpPr>
            <a:spLocks xmlns:a="http://schemas.openxmlformats.org/drawingml/2006/main" noGrp="1"/>
          </p:cNvSpPr>
          <p:nvPr/>
        </p:nvSpPr>
        <p:spPr>
          <a:xfrm xmlns:a="http://schemas.openxmlformats.org/drawingml/2006/main">
            <a:off x="10839450" y="6219825"/>
            <a:ext cx="638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5EA889"/>
                </a:solidFill>
                <a:latin typeface="NanumGothic"/>
                <a:ea typeface="NanumGothic"/>
                <a:cs typeface="NanumGothic"/>
              </a:defRPr>
            </a:pPr>
            <a:r>
              <a:rPr sz="1125" b="1">
                <a:solidFill>
                  <a:srgbClr val="5EA889"/>
                </a:solidFill>
                <a:latin typeface="NanumGothic"/>
                <a:ea typeface="NanumGothic"/>
                <a:cs typeface="NanumGothic"/>
              </a:rPr>
              <a:t>08</a:t>
            </a:r>
          </a:p>
        </p:txBody>
      </p:sp>
      <p:sp>
        <p:nvSpPr>
          <p:cNvPr id="7" name="">
            <a:extLst xmlns:a="http://schemas.openxmlformats.org/drawingml/2006/main">
              <a:ext uri="{FF2B5EF4-FFF2-40B4-BE49-F238E27FC236}">
                <a16:creationId xmlns:a16="http://schemas.microsoft.com/office/drawing/2014/main" id="{5906F297-45E6-4D26-8A48-F2A03CD6EF0B}"/>
              </a:ext>
            </a:extLst>
          </p:cNvPr>
          <p:cNvSpPr>
            <a:spLocks xmlns:a="http://schemas.openxmlformats.org/drawingml/2006/main" noGrp="1"/>
          </p:cNvSpPr>
          <p:nvPr/>
        </p:nvSpPr>
        <p:spPr>
          <a:xfrm xmlns:a="http://schemas.openxmlformats.org/drawingml/2006/main">
            <a:off x="790575" y="2343150"/>
            <a:ext cx="300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93C33"/>
                </a:solidFill>
                <a:latin typeface="NanumGothic"/>
                <a:ea typeface="NanumGothic"/>
                <a:cs typeface="NanumGothic"/>
              </a:defRPr>
            </a:pPr>
            <a:r>
              <a:rPr sz="1875" b="1">
                <a:solidFill>
                  <a:srgbClr val="193C33"/>
                </a:solidFill>
                <a:latin typeface="NanumGothic"/>
                <a:ea typeface="NanumGothic"/>
                <a:cs typeface="NanumGothic"/>
              </a:rPr>
              <a:t>문제와 유닛 완료</a:t>
            </a:r>
          </a:p>
        </p:txBody>
      </p:sp>
      <p:sp>
        <p:nvSpPr>
          <p:cNvPr id="8" name="">
            <a:extLst xmlns:a="http://schemas.openxmlformats.org/drawingml/2006/main">
              <a:ext uri="{FF2B5EF4-FFF2-40B4-BE49-F238E27FC236}">
                <a16:creationId xmlns:a16="http://schemas.microsoft.com/office/drawing/2014/main" id="{A93AB703-9D3C-4C7E-9A2B-51A71A47C7D3}"/>
              </a:ext>
            </a:extLst>
          </p:cNvPr>
          <p:cNvSpPr>
            <a:spLocks xmlns:a="http://schemas.openxmlformats.org/drawingml/2006/main" noGrp="1"/>
          </p:cNvSpPr>
          <p:nvPr/>
        </p:nvSpPr>
        <p:spPr>
          <a:xfrm xmlns:a="http://schemas.openxmlformats.org/drawingml/2006/main">
            <a:off x="3790950" y="2581275"/>
            <a:ext cx="628650" cy="0"/>
          </a:xfrm>
          <a:prstGeom xmlns:a="http://schemas.openxmlformats.org/drawingml/2006/main" prst="line">
            <a:avLst/>
          </a:prstGeom>
          <a:noFill xmlns:a="http://schemas.openxmlformats.org/drawingml/2006/main"/>
          <a:ln xmlns:a="http://schemas.openxmlformats.org/drawingml/2006/main" w="19050">
            <a:solidFill>
              <a:srgbClr val="5EA889"/>
            </a:solidFill>
          </a:ln>
        </p:spPr>
      </p:sp>
      <p:sp>
        <p:nvSpPr>
          <p:cNvPr id="9" name="">
            <a:extLst xmlns:a="http://schemas.openxmlformats.org/drawingml/2006/main">
              <a:ext uri="{FF2B5EF4-FFF2-40B4-BE49-F238E27FC236}">
                <a16:creationId xmlns:a16="http://schemas.microsoft.com/office/drawing/2014/main" id="{14CA559E-908C-4FF4-9FA5-9284E6E460E9}"/>
              </a:ext>
            </a:extLst>
          </p:cNvPr>
          <p:cNvSpPr>
            <a:spLocks xmlns:a="http://schemas.openxmlformats.org/drawingml/2006/main" noGrp="1"/>
          </p:cNvSpPr>
          <p:nvPr/>
        </p:nvSpPr>
        <p:spPr>
          <a:xfrm xmlns:a="http://schemas.openxmlformats.org/drawingml/2006/main">
            <a:off x="4781550" y="2343150"/>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202B27"/>
                </a:solidFill>
                <a:latin typeface="NanumGothic"/>
                <a:ea typeface="NanumGothic"/>
                <a:cs typeface="NanumGothic"/>
              </a:defRPr>
            </a:pPr>
            <a:r>
              <a:rPr sz="1575" b="0">
                <a:solidFill>
                  <a:srgbClr val="202B27"/>
                </a:solidFill>
                <a:latin typeface="NanumGothic"/>
                <a:ea typeface="NanumGothic"/>
                <a:cs typeface="NanumGothic"/>
              </a:rPr>
              <a:t>정답률·XP·출석 및 챌린지 진행도 갱신</a:t>
            </a:r>
          </a:p>
        </p:txBody>
      </p:sp>
      <p:sp>
        <p:nvSpPr>
          <p:cNvPr id="10" name="">
            <a:extLst xmlns:a="http://schemas.openxmlformats.org/drawingml/2006/main">
              <a:ext uri="{FF2B5EF4-FFF2-40B4-BE49-F238E27FC236}">
                <a16:creationId xmlns:a16="http://schemas.microsoft.com/office/drawing/2014/main" id="{17F699BE-6D2D-4037-9993-50CE5364BF0C}"/>
              </a:ext>
            </a:extLst>
          </p:cNvPr>
          <p:cNvSpPr>
            <a:spLocks xmlns:a="http://schemas.openxmlformats.org/drawingml/2006/main" noGrp="1"/>
          </p:cNvSpPr>
          <p:nvPr/>
        </p:nvSpPr>
        <p:spPr>
          <a:xfrm xmlns:a="http://schemas.openxmlformats.org/drawingml/2006/main">
            <a:off x="781050" y="3133725"/>
            <a:ext cx="10610850"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1" name="">
            <a:extLst xmlns:a="http://schemas.openxmlformats.org/drawingml/2006/main">
              <a:ext uri="{FF2B5EF4-FFF2-40B4-BE49-F238E27FC236}">
                <a16:creationId xmlns:a16="http://schemas.microsoft.com/office/drawing/2014/main" id="{D9A68665-0F7C-47CF-938E-3866F3AAF6DE}"/>
              </a:ext>
            </a:extLst>
          </p:cNvPr>
          <p:cNvSpPr>
            <a:spLocks xmlns:a="http://schemas.openxmlformats.org/drawingml/2006/main" noGrp="1"/>
          </p:cNvSpPr>
          <p:nvPr/>
        </p:nvSpPr>
        <p:spPr>
          <a:xfrm xmlns:a="http://schemas.openxmlformats.org/drawingml/2006/main">
            <a:off x="790575" y="3314700"/>
            <a:ext cx="300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93C33"/>
                </a:solidFill>
                <a:latin typeface="NanumGothic"/>
                <a:ea typeface="NanumGothic"/>
                <a:cs typeface="NanumGothic"/>
              </a:defRPr>
            </a:pPr>
            <a:r>
              <a:rPr sz="1875" b="1">
                <a:solidFill>
                  <a:srgbClr val="193C33"/>
                </a:solidFill>
                <a:latin typeface="NanumGothic"/>
                <a:ea typeface="NanumGothic"/>
                <a:cs typeface="NanumGothic"/>
              </a:rPr>
              <a:t>학습 시간 저장</a:t>
            </a:r>
          </a:p>
        </p:txBody>
      </p:sp>
      <p:sp>
        <p:nvSpPr>
          <p:cNvPr id="12" name="">
            <a:extLst xmlns:a="http://schemas.openxmlformats.org/drawingml/2006/main">
              <a:ext uri="{FF2B5EF4-FFF2-40B4-BE49-F238E27FC236}">
                <a16:creationId xmlns:a16="http://schemas.microsoft.com/office/drawing/2014/main" id="{711F08F9-218F-488D-831F-A4A48D2783F5}"/>
              </a:ext>
            </a:extLst>
          </p:cNvPr>
          <p:cNvSpPr>
            <a:spLocks xmlns:a="http://schemas.openxmlformats.org/drawingml/2006/main" noGrp="1"/>
          </p:cNvSpPr>
          <p:nvPr/>
        </p:nvSpPr>
        <p:spPr>
          <a:xfrm xmlns:a="http://schemas.openxmlformats.org/drawingml/2006/main">
            <a:off x="3790950" y="3552825"/>
            <a:ext cx="628650" cy="0"/>
          </a:xfrm>
          <a:prstGeom xmlns:a="http://schemas.openxmlformats.org/drawingml/2006/main" prst="line">
            <a:avLst/>
          </a:prstGeom>
          <a:noFill xmlns:a="http://schemas.openxmlformats.org/drawingml/2006/main"/>
          <a:ln xmlns:a="http://schemas.openxmlformats.org/drawingml/2006/main" w="19050">
            <a:solidFill>
              <a:srgbClr val="5EA889"/>
            </a:solidFill>
          </a:ln>
        </p:spPr>
      </p:sp>
      <p:sp>
        <p:nvSpPr>
          <p:cNvPr id="13" name="">
            <a:extLst xmlns:a="http://schemas.openxmlformats.org/drawingml/2006/main">
              <a:ext uri="{FF2B5EF4-FFF2-40B4-BE49-F238E27FC236}">
                <a16:creationId xmlns:a16="http://schemas.microsoft.com/office/drawing/2014/main" id="{15C07C51-5FA0-43C6-9B76-07615B8B2BC1}"/>
              </a:ext>
            </a:extLst>
          </p:cNvPr>
          <p:cNvSpPr>
            <a:spLocks xmlns:a="http://schemas.openxmlformats.org/drawingml/2006/main" noGrp="1"/>
          </p:cNvSpPr>
          <p:nvPr/>
        </p:nvSpPr>
        <p:spPr>
          <a:xfrm xmlns:a="http://schemas.openxmlformats.org/drawingml/2006/main">
            <a:off x="4781550" y="3314700"/>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202B27"/>
                </a:solidFill>
                <a:latin typeface="NanumGothic"/>
                <a:ea typeface="NanumGothic"/>
                <a:cs typeface="NanumGothic"/>
              </a:defRPr>
            </a:pPr>
            <a:r>
              <a:rPr sz="1575" b="0">
                <a:solidFill>
                  <a:srgbClr val="202B27"/>
                </a:solidFill>
                <a:latin typeface="NanumGothic"/>
                <a:ea typeface="NanumGothic"/>
                <a:cs typeface="NanumGothic"/>
              </a:rPr>
              <a:t>오늘·이번 주 학습 시간과 분석 화면에 반영</a:t>
            </a:r>
          </a:p>
        </p:txBody>
      </p:sp>
      <p:sp>
        <p:nvSpPr>
          <p:cNvPr id="14" name="">
            <a:extLst xmlns:a="http://schemas.openxmlformats.org/drawingml/2006/main">
              <a:ext uri="{FF2B5EF4-FFF2-40B4-BE49-F238E27FC236}">
                <a16:creationId xmlns:a16="http://schemas.microsoft.com/office/drawing/2014/main" id="{FF191E96-96C7-48B4-9872-C4896985CC93}"/>
              </a:ext>
            </a:extLst>
          </p:cNvPr>
          <p:cNvSpPr>
            <a:spLocks xmlns:a="http://schemas.openxmlformats.org/drawingml/2006/main" noGrp="1"/>
          </p:cNvSpPr>
          <p:nvPr/>
        </p:nvSpPr>
        <p:spPr>
          <a:xfrm xmlns:a="http://schemas.openxmlformats.org/drawingml/2006/main">
            <a:off x="781050" y="4105275"/>
            <a:ext cx="10610850"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5" name="">
            <a:extLst xmlns:a="http://schemas.openxmlformats.org/drawingml/2006/main">
              <a:ext uri="{FF2B5EF4-FFF2-40B4-BE49-F238E27FC236}">
                <a16:creationId xmlns:a16="http://schemas.microsoft.com/office/drawing/2014/main" id="{1D55D562-7FAD-4AD0-8EBB-575E91CC6378}"/>
              </a:ext>
            </a:extLst>
          </p:cNvPr>
          <p:cNvSpPr>
            <a:spLocks xmlns:a="http://schemas.openxmlformats.org/drawingml/2006/main" noGrp="1"/>
          </p:cNvSpPr>
          <p:nvPr/>
        </p:nvSpPr>
        <p:spPr>
          <a:xfrm xmlns:a="http://schemas.openxmlformats.org/drawingml/2006/main">
            <a:off x="790575" y="4286250"/>
            <a:ext cx="300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93C33"/>
                </a:solidFill>
                <a:latin typeface="NanumGothic"/>
                <a:ea typeface="NanumGothic"/>
                <a:cs typeface="NanumGothic"/>
              </a:defRPr>
            </a:pPr>
            <a:r>
              <a:rPr sz="1875" b="1">
                <a:solidFill>
                  <a:srgbClr val="193C33"/>
                </a:solidFill>
                <a:latin typeface="NanumGothic"/>
                <a:ea typeface="NanumGothic"/>
                <a:cs typeface="NanumGothic"/>
              </a:rPr>
              <a:t>AI 대화</a:t>
            </a:r>
          </a:p>
        </p:txBody>
      </p:sp>
      <p:sp>
        <p:nvSpPr>
          <p:cNvPr id="16" name="">
            <a:extLst xmlns:a="http://schemas.openxmlformats.org/drawingml/2006/main">
              <a:ext uri="{FF2B5EF4-FFF2-40B4-BE49-F238E27FC236}">
                <a16:creationId xmlns:a16="http://schemas.microsoft.com/office/drawing/2014/main" id="{BAF60ADC-35A6-43A2-91E6-43BB5ED5F606}"/>
              </a:ext>
            </a:extLst>
          </p:cNvPr>
          <p:cNvSpPr>
            <a:spLocks xmlns:a="http://schemas.openxmlformats.org/drawingml/2006/main" noGrp="1"/>
          </p:cNvSpPr>
          <p:nvPr/>
        </p:nvSpPr>
        <p:spPr>
          <a:xfrm xmlns:a="http://schemas.openxmlformats.org/drawingml/2006/main">
            <a:off x="3790950" y="4524375"/>
            <a:ext cx="628650" cy="0"/>
          </a:xfrm>
          <a:prstGeom xmlns:a="http://schemas.openxmlformats.org/drawingml/2006/main" prst="line">
            <a:avLst/>
          </a:prstGeom>
          <a:noFill xmlns:a="http://schemas.openxmlformats.org/drawingml/2006/main"/>
          <a:ln xmlns:a="http://schemas.openxmlformats.org/drawingml/2006/main" w="19050">
            <a:solidFill>
              <a:srgbClr val="5EA889"/>
            </a:solidFill>
          </a:ln>
        </p:spPr>
      </p:sp>
      <p:sp>
        <p:nvSpPr>
          <p:cNvPr id="17" name="">
            <a:extLst xmlns:a="http://schemas.openxmlformats.org/drawingml/2006/main">
              <a:ext uri="{FF2B5EF4-FFF2-40B4-BE49-F238E27FC236}">
                <a16:creationId xmlns:a16="http://schemas.microsoft.com/office/drawing/2014/main" id="{66308364-738F-4691-9318-A33850E7BF02}"/>
              </a:ext>
            </a:extLst>
          </p:cNvPr>
          <p:cNvSpPr>
            <a:spLocks xmlns:a="http://schemas.openxmlformats.org/drawingml/2006/main" noGrp="1"/>
          </p:cNvSpPr>
          <p:nvPr/>
        </p:nvSpPr>
        <p:spPr>
          <a:xfrm xmlns:a="http://schemas.openxmlformats.org/drawingml/2006/main">
            <a:off x="4781550" y="4286250"/>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202B27"/>
                </a:solidFill>
                <a:latin typeface="NanumGothic"/>
                <a:ea typeface="NanumGothic"/>
                <a:cs typeface="NanumGothic"/>
              </a:defRPr>
            </a:pPr>
            <a:r>
              <a:rPr sz="1575" b="0">
                <a:solidFill>
                  <a:srgbClr val="202B27"/>
                </a:solidFill>
                <a:latin typeface="NanumGothic"/>
                <a:ea typeface="NanumGothic"/>
                <a:cs typeface="NanumGothic"/>
              </a:rPr>
              <a:t>선택 언어·현재 레벨·최근 20개 메시지로 응답 생성</a:t>
            </a:r>
          </a:p>
        </p:txBody>
      </p:sp>
      <p:sp>
        <p:nvSpPr>
          <p:cNvPr id="18" name="">
            <a:extLst xmlns:a="http://schemas.openxmlformats.org/drawingml/2006/main">
              <a:ext uri="{FF2B5EF4-FFF2-40B4-BE49-F238E27FC236}">
                <a16:creationId xmlns:a16="http://schemas.microsoft.com/office/drawing/2014/main" id="{6526E742-D26F-49DA-9AC5-6BBCDB72B970}"/>
              </a:ext>
            </a:extLst>
          </p:cNvPr>
          <p:cNvSpPr>
            <a:spLocks xmlns:a="http://schemas.openxmlformats.org/drawingml/2006/main" noGrp="1"/>
          </p:cNvSpPr>
          <p:nvPr/>
        </p:nvSpPr>
        <p:spPr>
          <a:xfrm xmlns:a="http://schemas.openxmlformats.org/drawingml/2006/main">
            <a:off x="781050" y="5076825"/>
            <a:ext cx="10610850"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9" name="">
            <a:extLst xmlns:a="http://schemas.openxmlformats.org/drawingml/2006/main">
              <a:ext uri="{FF2B5EF4-FFF2-40B4-BE49-F238E27FC236}">
                <a16:creationId xmlns:a16="http://schemas.microsoft.com/office/drawing/2014/main" id="{A0F4C8ED-9A3F-49BE-B603-84EDD78A3012}"/>
              </a:ext>
            </a:extLst>
          </p:cNvPr>
          <p:cNvSpPr>
            <a:spLocks xmlns:a="http://schemas.openxmlformats.org/drawingml/2006/main" noGrp="1"/>
          </p:cNvSpPr>
          <p:nvPr/>
        </p:nvSpPr>
        <p:spPr>
          <a:xfrm xmlns:a="http://schemas.openxmlformats.org/drawingml/2006/main">
            <a:off x="790575" y="5400675"/>
            <a:ext cx="10487025" cy="466725"/>
          </a:xfrm>
          <a:prstGeom xmlns:a="http://schemas.openxmlformats.org/drawingml/2006/main" prst="rect">
            <a:avLst/>
          </a:prstGeom>
          <a:solidFill xmlns:a="http://schemas.openxmlformats.org/drawingml/2006/main">
            <a:srgbClr val="E8F2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D9E1FF5-F1EB-441F-AE59-73F7B9A03224}"/>
              </a:ext>
            </a:extLst>
          </p:cNvPr>
          <p:cNvSpPr>
            <a:spLocks xmlns:a="http://schemas.openxmlformats.org/drawingml/2006/main" noGrp="1"/>
          </p:cNvSpPr>
          <p:nvPr/>
        </p:nvSpPr>
        <p:spPr>
          <a:xfrm xmlns:a="http://schemas.openxmlformats.org/drawingml/2006/main">
            <a:off x="942975" y="5476875"/>
            <a:ext cx="1017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244A3D"/>
                </a:solidFill>
                <a:latin typeface="NanumGothic"/>
                <a:ea typeface="NanumGothic"/>
                <a:cs typeface="NanumGothic"/>
              </a:defRPr>
            </a:pPr>
            <a:r>
              <a:rPr sz="1350" b="0">
                <a:solidFill>
                  <a:srgbClr val="244A3D"/>
                </a:solidFill>
                <a:latin typeface="NanumGothic"/>
                <a:ea typeface="NanumGothic"/>
                <a:cs typeface="NanumGothic"/>
              </a:rPr>
              <a:t>이 화면은 학습 결과를 확인하는 흐름이며, 개선 효과는 별도 재검증이 필요하다</a:t>
            </a:r>
          </a:p>
        </p:txBody>
      </p:sp>
    </p:spTree>
    <p:extLst>
      <p:ext uri="{BB962C8B-B14F-4D97-AF65-F5344CB8AC3E}">
        <p14:creationId xmlns:p14="http://schemas.microsoft.com/office/powerpoint/2010/main" val="2057556991"/>
      </p:ext>
    </p:extLst>
  </p:cSld>
</p:sld>
</file>

<file path=ppt/slides/slide9.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8AA582D-7559-49E0-8BB9-1734C1C333A1}"/>
              </a:ext>
            </a:extLst>
          </p:cNvPr>
          <p:cNvSpPr>
            <a:spLocks xmlns:a="http://schemas.openxmlformats.org/drawingml/2006/main" noGrp="1"/>
          </p:cNvSpPr>
          <p:nvPr/>
        </p:nvSpPr>
        <p:spPr>
          <a:xfrm xmlns:a="http://schemas.openxmlformats.org/drawingml/2006/main">
            <a:off x="723900" y="2952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EA889"/>
                </a:solidFill>
                <a:latin typeface="NanumGothic"/>
                <a:ea typeface="NanumGothic"/>
                <a:cs typeface="NanumGothic"/>
              </a:defRPr>
            </a:pPr>
            <a:r>
              <a:rPr sz="1200" b="1">
                <a:solidFill>
                  <a:srgbClr val="5EA889"/>
                </a:solidFill>
                <a:latin typeface="NanumGothic"/>
                <a:ea typeface="NanumGothic"/>
                <a:cs typeface="NanumGothic"/>
              </a:rPr>
              <a:t>2. 최종 F시스템 소개  /  2.3 베타테스트</a:t>
            </a:r>
          </a:p>
        </p:txBody>
      </p:sp>
      <p:sp>
        <p:nvSpPr>
          <p:cNvPr id="2" name="">
            <a:extLst xmlns:a="http://schemas.openxmlformats.org/drawingml/2006/main">
              <a:ext uri="{FF2B5EF4-FFF2-40B4-BE49-F238E27FC236}">
                <a16:creationId xmlns:a16="http://schemas.microsoft.com/office/drawing/2014/main" id="{87B8856D-15B3-4B27-8EB6-7AC8D790F8FA}"/>
              </a:ext>
            </a:extLst>
          </p:cNvPr>
          <p:cNvSpPr>
            <a:spLocks xmlns:a="http://schemas.openxmlformats.org/drawingml/2006/main" noGrp="1"/>
          </p:cNvSpPr>
          <p:nvPr/>
        </p:nvSpPr>
        <p:spPr>
          <a:xfrm xmlns:a="http://schemas.openxmlformats.org/drawingml/2006/main">
            <a:off x="723900" y="714375"/>
            <a:ext cx="10725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93C33"/>
                </a:solidFill>
                <a:latin typeface="NanumGothic"/>
                <a:ea typeface="NanumGothic"/>
                <a:cs typeface="NanumGothic"/>
              </a:defRPr>
            </a:pPr>
            <a:r>
              <a:rPr sz="2925" b="1">
                <a:solidFill>
                  <a:srgbClr val="193C33"/>
                </a:solidFill>
                <a:latin typeface="NanumGothic"/>
                <a:ea typeface="NanumGothic"/>
                <a:cs typeface="NanumGothic"/>
              </a:rPr>
              <a:t>1학기 베타테스트에서 확인한 사용자 반응</a:t>
            </a:r>
          </a:p>
        </p:txBody>
      </p:sp>
      <p:sp>
        <p:nvSpPr>
          <p:cNvPr id="3" name="">
            <a:extLst xmlns:a="http://schemas.openxmlformats.org/drawingml/2006/main">
              <a:ext uri="{FF2B5EF4-FFF2-40B4-BE49-F238E27FC236}">
                <a16:creationId xmlns:a16="http://schemas.microsoft.com/office/drawing/2014/main" id="{CDE5DF28-55C1-4666-83C5-40D74231BEC4}"/>
              </a:ext>
            </a:extLst>
          </p:cNvPr>
          <p:cNvSpPr>
            <a:spLocks xmlns:a="http://schemas.openxmlformats.org/drawingml/2006/main" noGrp="1"/>
          </p:cNvSpPr>
          <p:nvPr/>
        </p:nvSpPr>
        <p:spPr>
          <a:xfrm xmlns:a="http://schemas.openxmlformats.org/drawingml/2006/main">
            <a:off x="733425" y="1466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이전 일본어 프로토타입 설문 · 응답자 11명 · 9개 항목</a:t>
            </a:r>
          </a:p>
        </p:txBody>
      </p:sp>
      <p:sp>
        <p:nvSpPr>
          <p:cNvPr id="4" name="">
            <a:extLst xmlns:a="http://schemas.openxmlformats.org/drawingml/2006/main">
              <a:ext uri="{FF2B5EF4-FFF2-40B4-BE49-F238E27FC236}">
                <a16:creationId xmlns:a16="http://schemas.microsoft.com/office/drawing/2014/main" id="{7AFB292C-D539-4015-8414-9118A1E4AD1B}"/>
              </a:ext>
            </a:extLst>
          </p:cNvPr>
          <p:cNvSpPr>
            <a:spLocks xmlns:a="http://schemas.openxmlformats.org/drawingml/2006/main" noGrp="1"/>
          </p:cNvSpPr>
          <p:nvPr/>
        </p:nvSpPr>
        <p:spPr>
          <a:xfrm xmlns:a="http://schemas.openxmlformats.org/drawingml/2006/main">
            <a:off x="723900" y="6134100"/>
            <a:ext cx="107346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5" name="">
            <a:extLst xmlns:a="http://schemas.openxmlformats.org/drawingml/2006/main">
              <a:ext uri="{FF2B5EF4-FFF2-40B4-BE49-F238E27FC236}">
                <a16:creationId xmlns:a16="http://schemas.microsoft.com/office/drawing/2014/main" id="{0CF2B0A8-9EFF-4FA8-B142-C625329080B0}"/>
              </a:ext>
            </a:extLst>
          </p:cNvPr>
          <p:cNvSpPr>
            <a:spLocks xmlns:a="http://schemas.openxmlformats.org/drawingml/2006/main" noGrp="1"/>
          </p:cNvSpPr>
          <p:nvPr/>
        </p:nvSpPr>
        <p:spPr>
          <a:xfrm xmlns:a="http://schemas.openxmlformats.org/drawingml/2006/main">
            <a:off x="733425" y="62388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607268"/>
                </a:solidFill>
                <a:latin typeface="NanumGothic"/>
                <a:ea typeface="NanumGothic"/>
                <a:cs typeface="NanumGothic"/>
              </a:defRPr>
            </a:pPr>
            <a:r>
              <a:rPr sz="975" b="0">
                <a:solidFill>
                  <a:srgbClr val="607268"/>
                </a:solidFill>
                <a:latin typeface="NanumGothic"/>
                <a:ea typeface="NanumGothic"/>
                <a:cs typeface="NanumGothic"/>
              </a:rPr>
              <a:t>QURVE  /  F시스템 발표</a:t>
            </a:r>
          </a:p>
        </p:txBody>
      </p:sp>
      <p:sp>
        <p:nvSpPr>
          <p:cNvPr id="6" name="">
            <a:extLst xmlns:a="http://schemas.openxmlformats.org/drawingml/2006/main">
              <a:ext uri="{FF2B5EF4-FFF2-40B4-BE49-F238E27FC236}">
                <a16:creationId xmlns:a16="http://schemas.microsoft.com/office/drawing/2014/main" id="{334D60F0-176A-4BE5-89F5-01DBBB16C68E}"/>
              </a:ext>
            </a:extLst>
          </p:cNvPr>
          <p:cNvSpPr>
            <a:spLocks xmlns:a="http://schemas.openxmlformats.org/drawingml/2006/main" noGrp="1"/>
          </p:cNvSpPr>
          <p:nvPr/>
        </p:nvSpPr>
        <p:spPr>
          <a:xfrm xmlns:a="http://schemas.openxmlformats.org/drawingml/2006/main">
            <a:off x="10839450" y="6219825"/>
            <a:ext cx="638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5EA889"/>
                </a:solidFill>
                <a:latin typeface="NanumGothic"/>
                <a:ea typeface="NanumGothic"/>
                <a:cs typeface="NanumGothic"/>
              </a:defRPr>
            </a:pPr>
            <a:r>
              <a:rPr sz="1125" b="1">
                <a:solidFill>
                  <a:srgbClr val="5EA889"/>
                </a:solidFill>
                <a:latin typeface="NanumGothic"/>
                <a:ea typeface="NanumGothic"/>
                <a:cs typeface="NanumGothic"/>
              </a:rPr>
              <a:t>09</a:t>
            </a:r>
          </a:p>
        </p:txBody>
      </p:sp>
      <p:sp>
        <p:nvSpPr>
          <p:cNvPr id="7" name="">
            <a:extLst xmlns:a="http://schemas.openxmlformats.org/drawingml/2006/main">
              <a:ext uri="{FF2B5EF4-FFF2-40B4-BE49-F238E27FC236}">
                <a16:creationId xmlns:a16="http://schemas.microsoft.com/office/drawing/2014/main" id="{F5EA9F5D-602F-44A8-9967-3C4484ED345F}"/>
              </a:ext>
            </a:extLst>
          </p:cNvPr>
          <p:cNvSpPr>
            <a:spLocks xmlns:a="http://schemas.openxmlformats.org/drawingml/2006/main" noGrp="1"/>
          </p:cNvSpPr>
          <p:nvPr/>
        </p:nvSpPr>
        <p:spPr>
          <a:xfrm xmlns:a="http://schemas.openxmlformats.org/drawingml/2006/main">
            <a:off x="800100" y="2371725"/>
            <a:ext cx="23907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5EA889"/>
                </a:solidFill>
                <a:latin typeface="NanumGothic"/>
                <a:ea typeface="NanumGothic"/>
                <a:cs typeface="NanumGothic"/>
              </a:defRPr>
            </a:pPr>
            <a:r>
              <a:rPr sz="5100" b="1">
                <a:solidFill>
                  <a:srgbClr val="5EA889"/>
                </a:solidFill>
                <a:latin typeface="NanumGothic"/>
                <a:ea typeface="NanumGothic"/>
                <a:cs typeface="NanumGothic"/>
              </a:rPr>
              <a:t>3.55</a:t>
            </a:r>
          </a:p>
        </p:txBody>
      </p:sp>
      <p:sp>
        <p:nvSpPr>
          <p:cNvPr id="8" name="">
            <a:extLst xmlns:a="http://schemas.openxmlformats.org/drawingml/2006/main">
              <a:ext uri="{FF2B5EF4-FFF2-40B4-BE49-F238E27FC236}">
                <a16:creationId xmlns:a16="http://schemas.microsoft.com/office/drawing/2014/main" id="{642779B0-466C-4BD3-9371-8AE2FB2BCB0D}"/>
              </a:ext>
            </a:extLst>
          </p:cNvPr>
          <p:cNvSpPr>
            <a:spLocks xmlns:a="http://schemas.openxmlformats.org/drawingml/2006/main" noGrp="1"/>
          </p:cNvSpPr>
          <p:nvPr/>
        </p:nvSpPr>
        <p:spPr>
          <a:xfrm xmlns:a="http://schemas.openxmlformats.org/drawingml/2006/main">
            <a:off x="2809875" y="2600325"/>
            <a:ext cx="95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607268"/>
                </a:solidFill>
                <a:latin typeface="NanumGothic"/>
                <a:ea typeface="NanumGothic"/>
                <a:cs typeface="NanumGothic"/>
              </a:defRPr>
            </a:pPr>
            <a:r>
              <a:rPr sz="2025" b="0">
                <a:solidFill>
                  <a:srgbClr val="607268"/>
                </a:solidFill>
                <a:latin typeface="NanumGothic"/>
                <a:ea typeface="NanumGothic"/>
                <a:cs typeface="NanumGothic"/>
              </a:rPr>
              <a:t>/ 5</a:t>
            </a:r>
          </a:p>
        </p:txBody>
      </p:sp>
      <p:sp>
        <p:nvSpPr>
          <p:cNvPr id="9" name="">
            <a:extLst xmlns:a="http://schemas.openxmlformats.org/drawingml/2006/main">
              <a:ext uri="{FF2B5EF4-FFF2-40B4-BE49-F238E27FC236}">
                <a16:creationId xmlns:a16="http://schemas.microsoft.com/office/drawing/2014/main" id="{0EC53445-29BD-43E0-A059-EA9F985E39E3}"/>
              </a:ext>
            </a:extLst>
          </p:cNvPr>
          <p:cNvSpPr>
            <a:spLocks xmlns:a="http://schemas.openxmlformats.org/drawingml/2006/main" noGrp="1"/>
          </p:cNvSpPr>
          <p:nvPr/>
        </p:nvSpPr>
        <p:spPr>
          <a:xfrm xmlns:a="http://schemas.openxmlformats.org/drawingml/2006/main">
            <a:off x="800100" y="3314700"/>
            <a:ext cx="3257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93C33"/>
                </a:solidFill>
                <a:latin typeface="NanumGothic"/>
                <a:ea typeface="NanumGothic"/>
                <a:cs typeface="NanumGothic"/>
              </a:defRPr>
            </a:pPr>
            <a:r>
              <a:rPr sz="1650" b="1">
                <a:solidFill>
                  <a:srgbClr val="193C33"/>
                </a:solidFill>
                <a:latin typeface="NanumGothic"/>
                <a:ea typeface="NanumGothic"/>
                <a:cs typeface="NanumGothic"/>
              </a:rPr>
              <a:t>사용 편의성</a:t>
            </a:r>
          </a:p>
        </p:txBody>
      </p:sp>
      <p:sp>
        <p:nvSpPr>
          <p:cNvPr id="10" name="">
            <a:extLst xmlns:a="http://schemas.openxmlformats.org/drawingml/2006/main">
              <a:ext uri="{FF2B5EF4-FFF2-40B4-BE49-F238E27FC236}">
                <a16:creationId xmlns:a16="http://schemas.microsoft.com/office/drawing/2014/main" id="{E101DC3B-2A56-4E12-9C09-BE20B04C4455}"/>
              </a:ext>
            </a:extLst>
          </p:cNvPr>
          <p:cNvSpPr>
            <a:spLocks xmlns:a="http://schemas.openxmlformats.org/drawingml/2006/main" noGrp="1"/>
          </p:cNvSpPr>
          <p:nvPr/>
        </p:nvSpPr>
        <p:spPr>
          <a:xfrm xmlns:a="http://schemas.openxmlformats.org/drawingml/2006/main">
            <a:off x="4486275" y="2371725"/>
            <a:ext cx="23907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5EA889"/>
                </a:solidFill>
                <a:latin typeface="NanumGothic"/>
                <a:ea typeface="NanumGothic"/>
                <a:cs typeface="NanumGothic"/>
              </a:defRPr>
            </a:pPr>
            <a:r>
              <a:rPr sz="5100" b="1">
                <a:solidFill>
                  <a:srgbClr val="5EA889"/>
                </a:solidFill>
                <a:latin typeface="NanumGothic"/>
                <a:ea typeface="NanumGothic"/>
                <a:cs typeface="NanumGothic"/>
              </a:rPr>
              <a:t>3.64</a:t>
            </a:r>
          </a:p>
        </p:txBody>
      </p:sp>
      <p:sp>
        <p:nvSpPr>
          <p:cNvPr id="11" name="">
            <a:extLst xmlns:a="http://schemas.openxmlformats.org/drawingml/2006/main">
              <a:ext uri="{FF2B5EF4-FFF2-40B4-BE49-F238E27FC236}">
                <a16:creationId xmlns:a16="http://schemas.microsoft.com/office/drawing/2014/main" id="{D5C1F0AF-A79B-4CB8-A8AE-D4AD2E4EC677}"/>
              </a:ext>
            </a:extLst>
          </p:cNvPr>
          <p:cNvSpPr>
            <a:spLocks xmlns:a="http://schemas.openxmlformats.org/drawingml/2006/main" noGrp="1"/>
          </p:cNvSpPr>
          <p:nvPr/>
        </p:nvSpPr>
        <p:spPr>
          <a:xfrm xmlns:a="http://schemas.openxmlformats.org/drawingml/2006/main">
            <a:off x="6496050" y="2600325"/>
            <a:ext cx="95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607268"/>
                </a:solidFill>
                <a:latin typeface="NanumGothic"/>
                <a:ea typeface="NanumGothic"/>
                <a:cs typeface="NanumGothic"/>
              </a:defRPr>
            </a:pPr>
            <a:r>
              <a:rPr sz="2025" b="0">
                <a:solidFill>
                  <a:srgbClr val="607268"/>
                </a:solidFill>
                <a:latin typeface="NanumGothic"/>
                <a:ea typeface="NanumGothic"/>
                <a:cs typeface="NanumGothic"/>
              </a:rPr>
              <a:t>/ 5</a:t>
            </a:r>
          </a:p>
        </p:txBody>
      </p:sp>
      <p:sp>
        <p:nvSpPr>
          <p:cNvPr id="12" name="">
            <a:extLst xmlns:a="http://schemas.openxmlformats.org/drawingml/2006/main">
              <a:ext uri="{FF2B5EF4-FFF2-40B4-BE49-F238E27FC236}">
                <a16:creationId xmlns:a16="http://schemas.microsoft.com/office/drawing/2014/main" id="{EE66C7A9-E7A4-4EDB-B51B-864969F2D36B}"/>
              </a:ext>
            </a:extLst>
          </p:cNvPr>
          <p:cNvSpPr>
            <a:spLocks xmlns:a="http://schemas.openxmlformats.org/drawingml/2006/main" noGrp="1"/>
          </p:cNvSpPr>
          <p:nvPr/>
        </p:nvSpPr>
        <p:spPr>
          <a:xfrm xmlns:a="http://schemas.openxmlformats.org/drawingml/2006/main">
            <a:off x="4486275" y="3314700"/>
            <a:ext cx="3257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93C33"/>
                </a:solidFill>
                <a:latin typeface="NanumGothic"/>
                <a:ea typeface="NanumGothic"/>
                <a:cs typeface="NanumGothic"/>
              </a:defRPr>
            </a:pPr>
            <a:r>
              <a:rPr sz="1650" b="1">
                <a:solidFill>
                  <a:srgbClr val="193C33"/>
                </a:solidFill>
                <a:latin typeface="NanumGothic"/>
                <a:ea typeface="NanumGothic"/>
                <a:cs typeface="NanumGothic"/>
              </a:rPr>
              <a:t>실제 사용 의향</a:t>
            </a:r>
          </a:p>
        </p:txBody>
      </p:sp>
      <p:sp>
        <p:nvSpPr>
          <p:cNvPr id="13" name="">
            <a:extLst xmlns:a="http://schemas.openxmlformats.org/drawingml/2006/main">
              <a:ext uri="{FF2B5EF4-FFF2-40B4-BE49-F238E27FC236}">
                <a16:creationId xmlns:a16="http://schemas.microsoft.com/office/drawing/2014/main" id="{2AAE5027-BA7E-4AA4-957A-BE69CC235CA7}"/>
              </a:ext>
            </a:extLst>
          </p:cNvPr>
          <p:cNvSpPr>
            <a:spLocks xmlns:a="http://schemas.openxmlformats.org/drawingml/2006/main" noGrp="1"/>
          </p:cNvSpPr>
          <p:nvPr/>
        </p:nvSpPr>
        <p:spPr>
          <a:xfrm xmlns:a="http://schemas.openxmlformats.org/drawingml/2006/main">
            <a:off x="8172450" y="2371725"/>
            <a:ext cx="23907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5EA889"/>
                </a:solidFill>
                <a:latin typeface="NanumGothic"/>
                <a:ea typeface="NanumGothic"/>
                <a:cs typeface="NanumGothic"/>
              </a:defRPr>
            </a:pPr>
            <a:r>
              <a:rPr sz="5100" b="1">
                <a:solidFill>
                  <a:srgbClr val="5EA889"/>
                </a:solidFill>
                <a:latin typeface="NanumGothic"/>
                <a:ea typeface="NanumGothic"/>
                <a:cs typeface="NanumGothic"/>
              </a:rPr>
              <a:t>3.4</a:t>
            </a:r>
          </a:p>
        </p:txBody>
      </p:sp>
      <p:sp>
        <p:nvSpPr>
          <p:cNvPr id="14" name="">
            <a:extLst xmlns:a="http://schemas.openxmlformats.org/drawingml/2006/main">
              <a:ext uri="{FF2B5EF4-FFF2-40B4-BE49-F238E27FC236}">
                <a16:creationId xmlns:a16="http://schemas.microsoft.com/office/drawing/2014/main" id="{4FEE7517-DBDF-4A1B-A125-D2BC34D07CD6}"/>
              </a:ext>
            </a:extLst>
          </p:cNvPr>
          <p:cNvSpPr>
            <a:spLocks xmlns:a="http://schemas.openxmlformats.org/drawingml/2006/main" noGrp="1"/>
          </p:cNvSpPr>
          <p:nvPr/>
        </p:nvSpPr>
        <p:spPr>
          <a:xfrm xmlns:a="http://schemas.openxmlformats.org/drawingml/2006/main">
            <a:off x="10182225" y="2600325"/>
            <a:ext cx="95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607268"/>
                </a:solidFill>
                <a:latin typeface="NanumGothic"/>
                <a:ea typeface="NanumGothic"/>
                <a:cs typeface="NanumGothic"/>
              </a:defRPr>
            </a:pPr>
            <a:r>
              <a:rPr sz="2025" b="0">
                <a:solidFill>
                  <a:srgbClr val="607268"/>
                </a:solidFill>
                <a:latin typeface="NanumGothic"/>
                <a:ea typeface="NanumGothic"/>
                <a:cs typeface="NanumGothic"/>
              </a:rPr>
              <a:t>/ 5</a:t>
            </a:r>
          </a:p>
        </p:txBody>
      </p:sp>
      <p:sp>
        <p:nvSpPr>
          <p:cNvPr id="15" name="">
            <a:extLst xmlns:a="http://schemas.openxmlformats.org/drawingml/2006/main">
              <a:ext uri="{FF2B5EF4-FFF2-40B4-BE49-F238E27FC236}">
                <a16:creationId xmlns:a16="http://schemas.microsoft.com/office/drawing/2014/main" id="{519E13C2-3480-440E-BB1C-AFF923BD6A84}"/>
              </a:ext>
            </a:extLst>
          </p:cNvPr>
          <p:cNvSpPr>
            <a:spLocks xmlns:a="http://schemas.openxmlformats.org/drawingml/2006/main" noGrp="1"/>
          </p:cNvSpPr>
          <p:nvPr/>
        </p:nvSpPr>
        <p:spPr>
          <a:xfrm xmlns:a="http://schemas.openxmlformats.org/drawingml/2006/main">
            <a:off x="8172450" y="3314700"/>
            <a:ext cx="3257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93C33"/>
                </a:solidFill>
                <a:latin typeface="NanumGothic"/>
                <a:ea typeface="NanumGothic"/>
                <a:cs typeface="NanumGothic"/>
              </a:defRPr>
            </a:pPr>
            <a:r>
              <a:rPr sz="1650" b="1">
                <a:solidFill>
                  <a:srgbClr val="193C33"/>
                </a:solidFill>
                <a:latin typeface="NanumGothic"/>
                <a:ea typeface="NanumGothic"/>
                <a:cs typeface="NanumGothic"/>
              </a:rPr>
              <a:t>난이도·레벨 적절성</a:t>
            </a:r>
          </a:p>
        </p:txBody>
      </p:sp>
      <p:sp>
        <p:nvSpPr>
          <p:cNvPr id="16" name="">
            <a:extLst xmlns:a="http://schemas.openxmlformats.org/drawingml/2006/main">
              <a:ext uri="{FF2B5EF4-FFF2-40B4-BE49-F238E27FC236}">
                <a16:creationId xmlns:a16="http://schemas.microsoft.com/office/drawing/2014/main" id="{80A996F6-9C77-4EBF-B48B-BFF5D29B0161}"/>
              </a:ext>
            </a:extLst>
          </p:cNvPr>
          <p:cNvSpPr>
            <a:spLocks xmlns:a="http://schemas.openxmlformats.org/drawingml/2006/main" noGrp="1"/>
          </p:cNvSpPr>
          <p:nvPr/>
        </p:nvSpPr>
        <p:spPr>
          <a:xfrm xmlns:a="http://schemas.openxmlformats.org/drawingml/2006/main">
            <a:off x="790575" y="4143375"/>
            <a:ext cx="10563225" cy="0"/>
          </a:xfrm>
          <a:prstGeom xmlns:a="http://schemas.openxmlformats.org/drawingml/2006/main" prst="line">
            <a:avLst/>
          </a:prstGeom>
          <a:noFill xmlns:a="http://schemas.openxmlformats.org/drawingml/2006/main"/>
          <a:ln xmlns:a="http://schemas.openxmlformats.org/drawingml/2006/main" w="19050">
            <a:solidFill>
              <a:srgbClr val="B9D3C3"/>
            </a:solidFill>
          </a:ln>
        </p:spPr>
      </p:sp>
      <p:sp>
        <p:nvSpPr>
          <p:cNvPr id="17" name="">
            <a:extLst xmlns:a="http://schemas.openxmlformats.org/drawingml/2006/main">
              <a:ext uri="{FF2B5EF4-FFF2-40B4-BE49-F238E27FC236}">
                <a16:creationId xmlns:a16="http://schemas.microsoft.com/office/drawing/2014/main" id="{E7719D29-307F-43CC-9B01-238B1787F3AB}"/>
              </a:ext>
            </a:extLst>
          </p:cNvPr>
          <p:cNvSpPr>
            <a:spLocks xmlns:a="http://schemas.openxmlformats.org/drawingml/2006/main" noGrp="1"/>
          </p:cNvSpPr>
          <p:nvPr/>
        </p:nvSpPr>
        <p:spPr>
          <a:xfrm xmlns:a="http://schemas.openxmlformats.org/drawingml/2006/main">
            <a:off x="790575" y="4438650"/>
            <a:ext cx="45434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EA889"/>
                </a:solidFill>
                <a:latin typeface="NanumGothic"/>
                <a:ea typeface="NanumGothic"/>
                <a:cs typeface="NanumGothic"/>
              </a:defRPr>
            </a:pPr>
            <a:r>
              <a:rPr sz="1275" b="1">
                <a:solidFill>
                  <a:srgbClr val="5EA889"/>
                </a:solidFill>
                <a:latin typeface="NanumGothic"/>
                <a:ea typeface="NanumGothic"/>
                <a:cs typeface="NanumGothic"/>
              </a:rPr>
              <a:t>반응이 좋았던 기능</a:t>
            </a:r>
          </a:p>
        </p:txBody>
      </p:sp>
      <p:sp>
        <p:nvSpPr>
          <p:cNvPr id="18" name="">
            <a:extLst xmlns:a="http://schemas.openxmlformats.org/drawingml/2006/main">
              <a:ext uri="{FF2B5EF4-FFF2-40B4-BE49-F238E27FC236}">
                <a16:creationId xmlns:a16="http://schemas.microsoft.com/office/drawing/2014/main" id="{D7B50C6C-E159-4037-AB1C-67CA8A910B29}"/>
              </a:ext>
            </a:extLst>
          </p:cNvPr>
          <p:cNvSpPr>
            <a:spLocks xmlns:a="http://schemas.openxmlformats.org/drawingml/2006/main" noGrp="1"/>
          </p:cNvSpPr>
          <p:nvPr/>
        </p:nvSpPr>
        <p:spPr>
          <a:xfrm xmlns:a="http://schemas.openxmlformats.org/drawingml/2006/main">
            <a:off x="6257925" y="4438650"/>
            <a:ext cx="4476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EA889"/>
                </a:solidFill>
                <a:latin typeface="NanumGothic"/>
                <a:ea typeface="NanumGothic"/>
                <a:cs typeface="NanumGothic"/>
              </a:defRPr>
            </a:pPr>
            <a:r>
              <a:rPr sz="1275" b="1">
                <a:solidFill>
                  <a:srgbClr val="5EA889"/>
                </a:solidFill>
                <a:latin typeface="NanumGothic"/>
                <a:ea typeface="NanumGothic"/>
                <a:cs typeface="NanumGothic"/>
              </a:rPr>
              <a:t>추가 요청</a:t>
            </a:r>
          </a:p>
        </p:txBody>
      </p:sp>
      <p:sp>
        <p:nvSpPr>
          <p:cNvPr id="19" name="">
            <a:extLst xmlns:a="http://schemas.openxmlformats.org/drawingml/2006/main">
              <a:ext uri="{FF2B5EF4-FFF2-40B4-BE49-F238E27FC236}">
                <a16:creationId xmlns:a16="http://schemas.microsoft.com/office/drawing/2014/main" id="{9E5B45AC-A138-42C2-8110-014F225AB5FB}"/>
              </a:ext>
            </a:extLst>
          </p:cNvPr>
          <p:cNvSpPr>
            <a:spLocks xmlns:a="http://schemas.openxmlformats.org/drawingml/2006/main" noGrp="1"/>
          </p:cNvSpPr>
          <p:nvPr/>
        </p:nvSpPr>
        <p:spPr>
          <a:xfrm xmlns:a="http://schemas.openxmlformats.org/drawingml/2006/main">
            <a:off x="800100" y="4810125"/>
            <a:ext cx="48958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202B27"/>
                </a:solidFill>
                <a:latin typeface="NanumGothic"/>
                <a:ea typeface="NanumGothic"/>
                <a:cs typeface="NanumGothic"/>
              </a:defRPr>
            </a:pPr>
            <a:r>
              <a:rPr sz="1500" b="0">
                <a:solidFill>
                  <a:srgbClr val="202B27"/>
                </a:solidFill>
                <a:latin typeface="NanumGothic"/>
                <a:ea typeface="NanumGothic"/>
                <a:cs typeface="NanumGothic"/>
              </a:rPr>
              <a:t>학습 분석 · 단어장 · 챌린지와 출석</a:t>
            </a:r>
          </a:p>
        </p:txBody>
      </p:sp>
      <p:sp>
        <p:nvSpPr>
          <p:cNvPr id="20" name="">
            <a:extLst xmlns:a="http://schemas.openxmlformats.org/drawingml/2006/main">
              <a:ext uri="{FF2B5EF4-FFF2-40B4-BE49-F238E27FC236}">
                <a16:creationId xmlns:a16="http://schemas.microsoft.com/office/drawing/2014/main" id="{5A3F8C6C-5CE4-46EF-AB3C-EF207EEFE7BD}"/>
              </a:ext>
            </a:extLst>
          </p:cNvPr>
          <p:cNvSpPr>
            <a:spLocks xmlns:a="http://schemas.openxmlformats.org/drawingml/2006/main" noGrp="1"/>
          </p:cNvSpPr>
          <p:nvPr/>
        </p:nvSpPr>
        <p:spPr>
          <a:xfrm xmlns:a="http://schemas.openxmlformats.org/drawingml/2006/main">
            <a:off x="6257925" y="4810125"/>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202B27"/>
                </a:solidFill>
                <a:latin typeface="NanumGothic"/>
                <a:ea typeface="NanumGothic"/>
                <a:cs typeface="NanumGothic"/>
              </a:defRPr>
            </a:pPr>
            <a:r>
              <a:rPr sz="1500" b="0">
                <a:solidFill>
                  <a:srgbClr val="202B27"/>
                </a:solidFill>
                <a:latin typeface="NanumGothic"/>
                <a:ea typeface="NanumGothic"/>
                <a:cs typeface="NanumGothic"/>
              </a:rPr>
              <a:t>단어 퀴즈 · 초보자 안내 · 출석·통계·속도 보완</a:t>
            </a:r>
          </a:p>
        </p:txBody>
      </p:sp>
      <p:sp>
        <p:nvSpPr>
          <p:cNvPr id="21" name="">
            <a:extLst xmlns:a="http://schemas.openxmlformats.org/drawingml/2006/main">
              <a:ext uri="{FF2B5EF4-FFF2-40B4-BE49-F238E27FC236}">
                <a16:creationId xmlns:a16="http://schemas.microsoft.com/office/drawing/2014/main" id="{BDE63C84-AED7-4ED3-A1A4-A4E9E036CEFF}"/>
              </a:ext>
            </a:extLst>
          </p:cNvPr>
          <p:cNvSpPr>
            <a:spLocks xmlns:a="http://schemas.openxmlformats.org/drawingml/2006/main" noGrp="1"/>
          </p:cNvSpPr>
          <p:nvPr/>
        </p:nvSpPr>
        <p:spPr>
          <a:xfrm xmlns:a="http://schemas.openxmlformats.org/drawingml/2006/main">
            <a:off x="800100" y="554355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607268"/>
                </a:solidFill>
                <a:latin typeface="NanumGothic"/>
                <a:ea typeface="NanumGothic"/>
                <a:cs typeface="NanumGothic"/>
              </a:defRPr>
            </a:pPr>
            <a:r>
              <a:rPr sz="1200" b="0">
                <a:solidFill>
                  <a:srgbClr val="607268"/>
                </a:solidFill>
                <a:latin typeface="NanumGothic"/>
                <a:ea typeface="NanumGothic"/>
                <a:cs typeface="NanumGothic"/>
              </a:rPr>
              <a:t>소규모 이전 베타 결과이므로 F시스템 만족도나 개선 효과로 해석하지 않음</a:t>
            </a:r>
          </a:p>
        </p:txBody>
      </p:sp>
    </p:spTree>
    <p:extLst>
      <p:ext uri="{BB962C8B-B14F-4D97-AF65-F5344CB8AC3E}">
        <p14:creationId xmlns:p14="http://schemas.microsoft.com/office/powerpoint/2010/main" val="364468478"/>
      </p:ext>
    </p:extLst>
  </p:cSld>
</p:sld>
</file>

<file path=ppt/slides/slide10.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7E3C308-C16F-453E-9584-826BFAD386FA}"/>
              </a:ext>
            </a:extLst>
          </p:cNvPr>
          <p:cNvSpPr>
            <a:spLocks xmlns:a="http://schemas.openxmlformats.org/drawingml/2006/main" noGrp="1"/>
          </p:cNvSpPr>
          <p:nvPr/>
        </p:nvSpPr>
        <p:spPr>
          <a:xfrm xmlns:a="http://schemas.openxmlformats.org/drawingml/2006/main">
            <a:off x="723900" y="2952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EA889"/>
                </a:solidFill>
                <a:latin typeface="NanumGothic"/>
                <a:ea typeface="NanumGothic"/>
                <a:cs typeface="NanumGothic"/>
              </a:defRPr>
            </a:pPr>
            <a:r>
              <a:rPr sz="1200" b="1">
                <a:solidFill>
                  <a:srgbClr val="5EA889"/>
                </a:solidFill>
                <a:latin typeface="NanumGothic"/>
                <a:ea typeface="NanumGothic"/>
                <a:cs typeface="NanumGothic"/>
              </a:rPr>
              <a:t>2. 최종 F시스템 소개  /  2.3 요구사항 분석 결과</a:t>
            </a:r>
          </a:p>
        </p:txBody>
      </p:sp>
      <p:sp>
        <p:nvSpPr>
          <p:cNvPr id="2" name="">
            <a:extLst xmlns:a="http://schemas.openxmlformats.org/drawingml/2006/main">
              <a:ext uri="{FF2B5EF4-FFF2-40B4-BE49-F238E27FC236}">
                <a16:creationId xmlns:a16="http://schemas.microsoft.com/office/drawing/2014/main" id="{46586717-5F5B-423C-B032-C92BEC3AA8CB}"/>
              </a:ext>
            </a:extLst>
          </p:cNvPr>
          <p:cNvSpPr>
            <a:spLocks xmlns:a="http://schemas.openxmlformats.org/drawingml/2006/main" noGrp="1"/>
          </p:cNvSpPr>
          <p:nvPr/>
        </p:nvSpPr>
        <p:spPr>
          <a:xfrm xmlns:a="http://schemas.openxmlformats.org/drawingml/2006/main">
            <a:off x="723900" y="714375"/>
            <a:ext cx="10725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93C33"/>
                </a:solidFill>
                <a:latin typeface="NanumGothic"/>
                <a:ea typeface="NanumGothic"/>
                <a:cs typeface="NanumGothic"/>
              </a:defRPr>
            </a:pPr>
            <a:r>
              <a:rPr sz="2925" b="1">
                <a:solidFill>
                  <a:srgbClr val="193C33"/>
                </a:solidFill>
                <a:latin typeface="NanumGothic"/>
                <a:ea typeface="NanumGothic"/>
                <a:cs typeface="NanumGothic"/>
              </a:rPr>
              <a:t>피드백을 F시스템의 확인 항목으로 정리</a:t>
            </a:r>
          </a:p>
        </p:txBody>
      </p:sp>
      <p:sp>
        <p:nvSpPr>
          <p:cNvPr id="3" name="">
            <a:extLst xmlns:a="http://schemas.openxmlformats.org/drawingml/2006/main">
              <a:ext uri="{FF2B5EF4-FFF2-40B4-BE49-F238E27FC236}">
                <a16:creationId xmlns:a16="http://schemas.microsoft.com/office/drawing/2014/main" id="{580E50EB-9380-4202-80D0-0E8FA8A1FC71}"/>
              </a:ext>
            </a:extLst>
          </p:cNvPr>
          <p:cNvSpPr>
            <a:spLocks xmlns:a="http://schemas.openxmlformats.org/drawingml/2006/main" noGrp="1"/>
          </p:cNvSpPr>
          <p:nvPr/>
        </p:nvSpPr>
        <p:spPr>
          <a:xfrm xmlns:a="http://schemas.openxmlformats.org/drawingml/2006/main">
            <a:off x="733425" y="1466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보고서 목표와 베타 응답을 요구사항으로 묶고 현재 반영 범위를 구분</a:t>
            </a:r>
          </a:p>
        </p:txBody>
      </p:sp>
      <p:sp>
        <p:nvSpPr>
          <p:cNvPr id="4" name="">
            <a:extLst xmlns:a="http://schemas.openxmlformats.org/drawingml/2006/main">
              <a:ext uri="{FF2B5EF4-FFF2-40B4-BE49-F238E27FC236}">
                <a16:creationId xmlns:a16="http://schemas.microsoft.com/office/drawing/2014/main" id="{593C6B22-0094-4D7B-8CCA-3E94B74FC22E}"/>
              </a:ext>
            </a:extLst>
          </p:cNvPr>
          <p:cNvSpPr>
            <a:spLocks xmlns:a="http://schemas.openxmlformats.org/drawingml/2006/main" noGrp="1"/>
          </p:cNvSpPr>
          <p:nvPr/>
        </p:nvSpPr>
        <p:spPr>
          <a:xfrm xmlns:a="http://schemas.openxmlformats.org/drawingml/2006/main">
            <a:off x="723900" y="6134100"/>
            <a:ext cx="107346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5" name="">
            <a:extLst xmlns:a="http://schemas.openxmlformats.org/drawingml/2006/main">
              <a:ext uri="{FF2B5EF4-FFF2-40B4-BE49-F238E27FC236}">
                <a16:creationId xmlns:a16="http://schemas.microsoft.com/office/drawing/2014/main" id="{FC10BB81-846B-4CD8-9A46-CD637DCA2FB9}"/>
              </a:ext>
            </a:extLst>
          </p:cNvPr>
          <p:cNvSpPr>
            <a:spLocks xmlns:a="http://schemas.openxmlformats.org/drawingml/2006/main" noGrp="1"/>
          </p:cNvSpPr>
          <p:nvPr/>
        </p:nvSpPr>
        <p:spPr>
          <a:xfrm xmlns:a="http://schemas.openxmlformats.org/drawingml/2006/main">
            <a:off x="733425" y="62388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607268"/>
                </a:solidFill>
                <a:latin typeface="NanumGothic"/>
                <a:ea typeface="NanumGothic"/>
                <a:cs typeface="NanumGothic"/>
              </a:defRPr>
            </a:pPr>
            <a:r>
              <a:rPr sz="975" b="0">
                <a:solidFill>
                  <a:srgbClr val="607268"/>
                </a:solidFill>
                <a:latin typeface="NanumGothic"/>
                <a:ea typeface="NanumGothic"/>
                <a:cs typeface="NanumGothic"/>
              </a:rPr>
              <a:t>QURVE  /  F시스템 발표</a:t>
            </a:r>
          </a:p>
        </p:txBody>
      </p:sp>
      <p:sp>
        <p:nvSpPr>
          <p:cNvPr id="6" name="">
            <a:extLst xmlns:a="http://schemas.openxmlformats.org/drawingml/2006/main">
              <a:ext uri="{FF2B5EF4-FFF2-40B4-BE49-F238E27FC236}">
                <a16:creationId xmlns:a16="http://schemas.microsoft.com/office/drawing/2014/main" id="{B8150DD7-FAAA-4CFF-B2DB-6970C8775C47}"/>
              </a:ext>
            </a:extLst>
          </p:cNvPr>
          <p:cNvSpPr>
            <a:spLocks xmlns:a="http://schemas.openxmlformats.org/drawingml/2006/main" noGrp="1"/>
          </p:cNvSpPr>
          <p:nvPr/>
        </p:nvSpPr>
        <p:spPr>
          <a:xfrm xmlns:a="http://schemas.openxmlformats.org/drawingml/2006/main">
            <a:off x="10839450" y="6219825"/>
            <a:ext cx="638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5EA889"/>
                </a:solidFill>
                <a:latin typeface="NanumGothic"/>
                <a:ea typeface="NanumGothic"/>
                <a:cs typeface="NanumGothic"/>
              </a:defRPr>
            </a:pPr>
            <a:r>
              <a:rPr sz="1125" b="1">
                <a:solidFill>
                  <a:srgbClr val="5EA889"/>
                </a:solidFill>
                <a:latin typeface="NanumGothic"/>
                <a:ea typeface="NanumGothic"/>
                <a:cs typeface="NanumGothic"/>
              </a:rPr>
              <a:t>10</a:t>
            </a:r>
          </a:p>
        </p:txBody>
      </p:sp>
      <p:sp>
        <p:nvSpPr>
          <p:cNvPr id="7" name="">
            <a:extLst xmlns:a="http://schemas.openxmlformats.org/drawingml/2006/main">
              <a:ext uri="{FF2B5EF4-FFF2-40B4-BE49-F238E27FC236}">
                <a16:creationId xmlns:a16="http://schemas.microsoft.com/office/drawing/2014/main" id="{591F7583-F1FD-457C-B3A5-9C1FF7C5C095}"/>
              </a:ext>
            </a:extLst>
          </p:cNvPr>
          <p:cNvSpPr>
            <a:spLocks xmlns:a="http://schemas.openxmlformats.org/drawingml/2006/main" noGrp="1"/>
          </p:cNvSpPr>
          <p:nvPr/>
        </p:nvSpPr>
        <p:spPr>
          <a:xfrm xmlns:a="http://schemas.openxmlformats.org/drawingml/2006/main">
            <a:off x="790575" y="2209800"/>
            <a:ext cx="10467975" cy="485775"/>
          </a:xfrm>
          <a:prstGeom xmlns:a="http://schemas.openxmlformats.org/drawingml/2006/main" prst="rect">
            <a:avLst/>
          </a:prstGeom>
          <a:solidFill xmlns:a="http://schemas.openxmlformats.org/drawingml/2006/main">
            <a:srgbClr val="193C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74AF3E3-A1BE-49B0-A2FE-06063FDFD23E}"/>
              </a:ext>
            </a:extLst>
          </p:cNvPr>
          <p:cNvSpPr>
            <a:spLocks xmlns:a="http://schemas.openxmlformats.org/drawingml/2006/main" noGrp="1"/>
          </p:cNvSpPr>
          <p:nvPr/>
        </p:nvSpPr>
        <p:spPr>
          <a:xfrm xmlns:a="http://schemas.openxmlformats.org/drawingml/2006/main">
            <a:off x="933450" y="2286000"/>
            <a:ext cx="1962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요구</a:t>
            </a:r>
          </a:p>
        </p:txBody>
      </p:sp>
      <p:sp>
        <p:nvSpPr>
          <p:cNvPr id="9" name="">
            <a:extLst xmlns:a="http://schemas.openxmlformats.org/drawingml/2006/main">
              <a:ext uri="{FF2B5EF4-FFF2-40B4-BE49-F238E27FC236}">
                <a16:creationId xmlns:a16="http://schemas.microsoft.com/office/drawing/2014/main" id="{B4A656BC-9EB6-4B6E-946A-370E1712256F}"/>
              </a:ext>
            </a:extLst>
          </p:cNvPr>
          <p:cNvSpPr>
            <a:spLocks xmlns:a="http://schemas.openxmlformats.org/drawingml/2006/main" noGrp="1"/>
          </p:cNvSpPr>
          <p:nvPr/>
        </p:nvSpPr>
        <p:spPr>
          <a:xfrm xmlns:a="http://schemas.openxmlformats.org/drawingml/2006/main">
            <a:off x="3257550" y="2286000"/>
            <a:ext cx="3943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F시스템 반영</a:t>
            </a:r>
          </a:p>
        </p:txBody>
      </p:sp>
      <p:sp>
        <p:nvSpPr>
          <p:cNvPr id="10" name="">
            <a:extLst xmlns:a="http://schemas.openxmlformats.org/drawingml/2006/main">
              <a:ext uri="{FF2B5EF4-FFF2-40B4-BE49-F238E27FC236}">
                <a16:creationId xmlns:a16="http://schemas.microsoft.com/office/drawing/2014/main" id="{84C79421-BF5B-4BF7-8BEB-41226D0BA00A}"/>
              </a:ext>
            </a:extLst>
          </p:cNvPr>
          <p:cNvSpPr>
            <a:spLocks xmlns:a="http://schemas.openxmlformats.org/drawingml/2006/main" noGrp="1"/>
          </p:cNvSpPr>
          <p:nvPr/>
        </p:nvSpPr>
        <p:spPr>
          <a:xfrm xmlns:a="http://schemas.openxmlformats.org/drawingml/2006/main">
            <a:off x="7610475" y="2286000"/>
            <a:ext cx="3362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확인 수준</a:t>
            </a:r>
          </a:p>
        </p:txBody>
      </p:sp>
      <p:sp>
        <p:nvSpPr>
          <p:cNvPr id="11" name="">
            <a:extLst xmlns:a="http://schemas.openxmlformats.org/drawingml/2006/main">
              <a:ext uri="{FF2B5EF4-FFF2-40B4-BE49-F238E27FC236}">
                <a16:creationId xmlns:a16="http://schemas.microsoft.com/office/drawing/2014/main" id="{FA895CAE-8086-4104-8CB9-31ECE8ED1327}"/>
              </a:ext>
            </a:extLst>
          </p:cNvPr>
          <p:cNvSpPr>
            <a:spLocks xmlns:a="http://schemas.openxmlformats.org/drawingml/2006/main" noGrp="1"/>
          </p:cNvSpPr>
          <p:nvPr/>
        </p:nvSpPr>
        <p:spPr>
          <a:xfrm xmlns:a="http://schemas.openxmlformats.org/drawingml/2006/main">
            <a:off x="790575" y="2695575"/>
            <a:ext cx="10467975" cy="866775"/>
          </a:xfrm>
          <a:prstGeom xmlns:a="http://schemas.openxmlformats.org/drawingml/2006/main" prst="rect">
            <a:avLst/>
          </a:prstGeom>
          <a:solidFill xmlns:a="http://schemas.openxmlformats.org/drawingml/2006/main">
            <a:srgbClr val="E8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C97DC30-79BE-4FC1-99D2-D4EC3E3826E1}"/>
              </a:ext>
            </a:extLst>
          </p:cNvPr>
          <p:cNvSpPr>
            <a:spLocks xmlns:a="http://schemas.openxmlformats.org/drawingml/2006/main" noGrp="1"/>
          </p:cNvSpPr>
          <p:nvPr/>
        </p:nvSpPr>
        <p:spPr>
          <a:xfrm xmlns:a="http://schemas.openxmlformats.org/drawingml/2006/main">
            <a:off x="942975" y="2867025"/>
            <a:ext cx="2085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93C33"/>
                </a:solidFill>
                <a:latin typeface="NanumGothic"/>
                <a:ea typeface="NanumGothic"/>
                <a:cs typeface="NanumGothic"/>
              </a:defRPr>
            </a:pPr>
            <a:r>
              <a:rPr sz="1500" b="1">
                <a:solidFill>
                  <a:srgbClr val="193C33"/>
                </a:solidFill>
                <a:latin typeface="NanumGothic"/>
                <a:ea typeface="NanumGothic"/>
                <a:cs typeface="NanumGothic"/>
              </a:rPr>
              <a:t>수준 맞춤</a:t>
            </a:r>
          </a:p>
        </p:txBody>
      </p:sp>
      <p:sp>
        <p:nvSpPr>
          <p:cNvPr id="13" name="">
            <a:extLst xmlns:a="http://schemas.openxmlformats.org/drawingml/2006/main">
              <a:ext uri="{FF2B5EF4-FFF2-40B4-BE49-F238E27FC236}">
                <a16:creationId xmlns:a16="http://schemas.microsoft.com/office/drawing/2014/main" id="{B7676062-9994-4DA8-ADC8-B24B71A95E5B}"/>
              </a:ext>
            </a:extLst>
          </p:cNvPr>
          <p:cNvSpPr>
            <a:spLocks xmlns:a="http://schemas.openxmlformats.org/drawingml/2006/main" noGrp="1"/>
          </p:cNvSpPr>
          <p:nvPr/>
        </p:nvSpPr>
        <p:spPr>
          <a:xfrm xmlns:a="http://schemas.openxmlformats.org/drawingml/2006/main">
            <a:off x="3267075" y="2838450"/>
            <a:ext cx="4048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언어별 진단·레벨 저장</a:t>
            </a:r>
          </a:p>
        </p:txBody>
      </p:sp>
      <p:sp>
        <p:nvSpPr>
          <p:cNvPr id="14" name="">
            <a:extLst xmlns:a="http://schemas.openxmlformats.org/drawingml/2006/main">
              <a:ext uri="{FF2B5EF4-FFF2-40B4-BE49-F238E27FC236}">
                <a16:creationId xmlns:a16="http://schemas.microsoft.com/office/drawing/2014/main" id="{5FBC928D-F08D-483D-8432-7BE296A0A3F4}"/>
              </a:ext>
            </a:extLst>
          </p:cNvPr>
          <p:cNvSpPr>
            <a:spLocks xmlns:a="http://schemas.openxmlformats.org/drawingml/2006/main" noGrp="1"/>
          </p:cNvSpPr>
          <p:nvPr/>
        </p:nvSpPr>
        <p:spPr>
          <a:xfrm xmlns:a="http://schemas.openxmlformats.org/drawingml/2006/main">
            <a:off x="7620000" y="28289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07268"/>
                </a:solidFill>
                <a:latin typeface="NanumGothic"/>
                <a:ea typeface="NanumGothic"/>
                <a:cs typeface="NanumGothic"/>
              </a:defRPr>
            </a:pPr>
            <a:r>
              <a:rPr sz="1350" b="0">
                <a:solidFill>
                  <a:srgbClr val="607268"/>
                </a:solidFill>
                <a:latin typeface="NanumGothic"/>
                <a:ea typeface="NanumGothic"/>
                <a:cs typeface="NanumGothic"/>
              </a:rPr>
              <a:t>서버 구현, 영어 화면 범위 추가 확인</a:t>
            </a:r>
          </a:p>
        </p:txBody>
      </p:sp>
      <p:sp>
        <p:nvSpPr>
          <p:cNvPr id="15" name="">
            <a:extLst xmlns:a="http://schemas.openxmlformats.org/drawingml/2006/main">
              <a:ext uri="{FF2B5EF4-FFF2-40B4-BE49-F238E27FC236}">
                <a16:creationId xmlns:a16="http://schemas.microsoft.com/office/drawing/2014/main" id="{E5370374-D700-461A-BD5A-D1BA81FFE4FA}"/>
              </a:ext>
            </a:extLst>
          </p:cNvPr>
          <p:cNvSpPr>
            <a:spLocks xmlns:a="http://schemas.openxmlformats.org/drawingml/2006/main" noGrp="1"/>
          </p:cNvSpPr>
          <p:nvPr/>
        </p:nvSpPr>
        <p:spPr>
          <a:xfrm xmlns:a="http://schemas.openxmlformats.org/drawingml/2006/main">
            <a:off x="3105150" y="2695575"/>
            <a:ext cx="0" cy="866775"/>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6" name="">
            <a:extLst xmlns:a="http://schemas.openxmlformats.org/drawingml/2006/main">
              <a:ext uri="{FF2B5EF4-FFF2-40B4-BE49-F238E27FC236}">
                <a16:creationId xmlns:a16="http://schemas.microsoft.com/office/drawing/2014/main" id="{D60B3518-821A-4D3F-AA66-FFD3BCEA6124}"/>
              </a:ext>
            </a:extLst>
          </p:cNvPr>
          <p:cNvSpPr>
            <a:spLocks xmlns:a="http://schemas.openxmlformats.org/drawingml/2006/main" noGrp="1"/>
          </p:cNvSpPr>
          <p:nvPr/>
        </p:nvSpPr>
        <p:spPr>
          <a:xfrm xmlns:a="http://schemas.openxmlformats.org/drawingml/2006/main">
            <a:off x="7477125" y="2695575"/>
            <a:ext cx="0" cy="866775"/>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7" name="">
            <a:extLst xmlns:a="http://schemas.openxmlformats.org/drawingml/2006/main">
              <a:ext uri="{FF2B5EF4-FFF2-40B4-BE49-F238E27FC236}">
                <a16:creationId xmlns:a16="http://schemas.microsoft.com/office/drawing/2014/main" id="{52C8606C-966D-42DC-AF61-DD8F6483F055}"/>
              </a:ext>
            </a:extLst>
          </p:cNvPr>
          <p:cNvSpPr>
            <a:spLocks xmlns:a="http://schemas.openxmlformats.org/drawingml/2006/main" noGrp="1"/>
          </p:cNvSpPr>
          <p:nvPr/>
        </p:nvSpPr>
        <p:spPr>
          <a:xfrm xmlns:a="http://schemas.openxmlformats.org/drawingml/2006/main">
            <a:off x="790575" y="3562350"/>
            <a:ext cx="10467975" cy="866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0B9A807-5559-4222-809F-0C4AFC9F0B54}"/>
              </a:ext>
            </a:extLst>
          </p:cNvPr>
          <p:cNvSpPr>
            <a:spLocks xmlns:a="http://schemas.openxmlformats.org/drawingml/2006/main" noGrp="1"/>
          </p:cNvSpPr>
          <p:nvPr/>
        </p:nvSpPr>
        <p:spPr>
          <a:xfrm xmlns:a="http://schemas.openxmlformats.org/drawingml/2006/main">
            <a:off x="942975" y="3733800"/>
            <a:ext cx="2085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93C33"/>
                </a:solidFill>
                <a:latin typeface="NanumGothic"/>
                <a:ea typeface="NanumGothic"/>
                <a:cs typeface="NanumGothic"/>
              </a:defRPr>
            </a:pPr>
            <a:r>
              <a:rPr sz="1500" b="1">
                <a:solidFill>
                  <a:srgbClr val="193C33"/>
                </a:solidFill>
                <a:latin typeface="NanumGothic"/>
                <a:ea typeface="NanumGothic"/>
                <a:cs typeface="NanumGothic"/>
              </a:rPr>
              <a:t>학습 연속성</a:t>
            </a:r>
          </a:p>
        </p:txBody>
      </p:sp>
      <p:sp>
        <p:nvSpPr>
          <p:cNvPr id="19" name="">
            <a:extLst xmlns:a="http://schemas.openxmlformats.org/drawingml/2006/main">
              <a:ext uri="{FF2B5EF4-FFF2-40B4-BE49-F238E27FC236}">
                <a16:creationId xmlns:a16="http://schemas.microsoft.com/office/drawing/2014/main" id="{5CAECE0C-F9F8-4A9D-A06C-E8D3FD469F98}"/>
              </a:ext>
            </a:extLst>
          </p:cNvPr>
          <p:cNvSpPr>
            <a:spLocks xmlns:a="http://schemas.openxmlformats.org/drawingml/2006/main" noGrp="1"/>
          </p:cNvSpPr>
          <p:nvPr/>
        </p:nvSpPr>
        <p:spPr>
          <a:xfrm xmlns:a="http://schemas.openxmlformats.org/drawingml/2006/main">
            <a:off x="3267075" y="3705225"/>
            <a:ext cx="4048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오늘 문제·단어 유닛·오답 기록</a:t>
            </a:r>
          </a:p>
        </p:txBody>
      </p:sp>
      <p:sp>
        <p:nvSpPr>
          <p:cNvPr id="20" name="">
            <a:extLst xmlns:a="http://schemas.openxmlformats.org/drawingml/2006/main">
              <a:ext uri="{FF2B5EF4-FFF2-40B4-BE49-F238E27FC236}">
                <a16:creationId xmlns:a16="http://schemas.microsoft.com/office/drawing/2014/main" id="{667FD52D-B712-4C1E-84B1-ABD9737300F3}"/>
              </a:ext>
            </a:extLst>
          </p:cNvPr>
          <p:cNvSpPr>
            <a:spLocks xmlns:a="http://schemas.openxmlformats.org/drawingml/2006/main" noGrp="1"/>
          </p:cNvSpPr>
          <p:nvPr/>
        </p:nvSpPr>
        <p:spPr>
          <a:xfrm xmlns:a="http://schemas.openxmlformats.org/drawingml/2006/main">
            <a:off x="7620000" y="3695700"/>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07268"/>
                </a:solidFill>
                <a:latin typeface="NanumGothic"/>
                <a:ea typeface="NanumGothic"/>
                <a:cs typeface="NanumGothic"/>
              </a:defRPr>
            </a:pPr>
            <a:r>
              <a:rPr sz="1350" b="0">
                <a:solidFill>
                  <a:srgbClr val="607268"/>
                </a:solidFill>
                <a:latin typeface="NanumGothic"/>
                <a:ea typeface="NanumGothic"/>
                <a:cs typeface="NanumGothic"/>
              </a:rPr>
              <a:t>서버 로직 확인, 복습 화면 연동 점검</a:t>
            </a:r>
          </a:p>
        </p:txBody>
      </p:sp>
      <p:sp>
        <p:nvSpPr>
          <p:cNvPr id="21" name="">
            <a:extLst xmlns:a="http://schemas.openxmlformats.org/drawingml/2006/main">
              <a:ext uri="{FF2B5EF4-FFF2-40B4-BE49-F238E27FC236}">
                <a16:creationId xmlns:a16="http://schemas.microsoft.com/office/drawing/2014/main" id="{81B0CD42-48D3-4C49-9647-D239C7D0250F}"/>
              </a:ext>
            </a:extLst>
          </p:cNvPr>
          <p:cNvSpPr>
            <a:spLocks xmlns:a="http://schemas.openxmlformats.org/drawingml/2006/main" noGrp="1"/>
          </p:cNvSpPr>
          <p:nvPr/>
        </p:nvSpPr>
        <p:spPr>
          <a:xfrm xmlns:a="http://schemas.openxmlformats.org/drawingml/2006/main">
            <a:off x="3105150" y="3562350"/>
            <a:ext cx="0" cy="866775"/>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2" name="">
            <a:extLst xmlns:a="http://schemas.openxmlformats.org/drawingml/2006/main">
              <a:ext uri="{FF2B5EF4-FFF2-40B4-BE49-F238E27FC236}">
                <a16:creationId xmlns:a16="http://schemas.microsoft.com/office/drawing/2014/main" id="{FA449F59-F837-484A-A039-29BB550C1135}"/>
              </a:ext>
            </a:extLst>
          </p:cNvPr>
          <p:cNvSpPr>
            <a:spLocks xmlns:a="http://schemas.openxmlformats.org/drawingml/2006/main" noGrp="1"/>
          </p:cNvSpPr>
          <p:nvPr/>
        </p:nvSpPr>
        <p:spPr>
          <a:xfrm xmlns:a="http://schemas.openxmlformats.org/drawingml/2006/main">
            <a:off x="7477125" y="3562350"/>
            <a:ext cx="0" cy="866775"/>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3" name="">
            <a:extLst xmlns:a="http://schemas.openxmlformats.org/drawingml/2006/main">
              <a:ext uri="{FF2B5EF4-FFF2-40B4-BE49-F238E27FC236}">
                <a16:creationId xmlns:a16="http://schemas.microsoft.com/office/drawing/2014/main" id="{6DDBC0A4-A4CB-4ACD-B49F-C8029127CA03}"/>
              </a:ext>
            </a:extLst>
          </p:cNvPr>
          <p:cNvSpPr>
            <a:spLocks xmlns:a="http://schemas.openxmlformats.org/drawingml/2006/main" noGrp="1"/>
          </p:cNvSpPr>
          <p:nvPr/>
        </p:nvSpPr>
        <p:spPr>
          <a:xfrm xmlns:a="http://schemas.openxmlformats.org/drawingml/2006/main">
            <a:off x="790575" y="4429125"/>
            <a:ext cx="10467975" cy="866775"/>
          </a:xfrm>
          <a:prstGeom xmlns:a="http://schemas.openxmlformats.org/drawingml/2006/main" prst="rect">
            <a:avLst/>
          </a:prstGeom>
          <a:solidFill xmlns:a="http://schemas.openxmlformats.org/drawingml/2006/main">
            <a:srgbClr val="E8F2E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20E54E0-AC3B-4EB6-84D7-83C974299550}"/>
              </a:ext>
            </a:extLst>
          </p:cNvPr>
          <p:cNvSpPr>
            <a:spLocks xmlns:a="http://schemas.openxmlformats.org/drawingml/2006/main" noGrp="1"/>
          </p:cNvSpPr>
          <p:nvPr/>
        </p:nvSpPr>
        <p:spPr>
          <a:xfrm xmlns:a="http://schemas.openxmlformats.org/drawingml/2006/main">
            <a:off x="942975" y="4600575"/>
            <a:ext cx="2085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93C33"/>
                </a:solidFill>
                <a:latin typeface="NanumGothic"/>
                <a:ea typeface="NanumGothic"/>
                <a:cs typeface="NanumGothic"/>
              </a:defRPr>
            </a:pPr>
            <a:r>
              <a:rPr sz="1500" b="1">
                <a:solidFill>
                  <a:srgbClr val="193C33"/>
                </a:solidFill>
                <a:latin typeface="NanumGothic"/>
                <a:ea typeface="NanumGothic"/>
                <a:cs typeface="NanumGothic"/>
              </a:rPr>
              <a:t>성장 가시화</a:t>
            </a:r>
          </a:p>
        </p:txBody>
      </p:sp>
      <p:sp>
        <p:nvSpPr>
          <p:cNvPr id="25" name="">
            <a:extLst xmlns:a="http://schemas.openxmlformats.org/drawingml/2006/main">
              <a:ext uri="{FF2B5EF4-FFF2-40B4-BE49-F238E27FC236}">
                <a16:creationId xmlns:a16="http://schemas.microsoft.com/office/drawing/2014/main" id="{0277E3FF-639E-4167-988C-B4F027AC3E83}"/>
              </a:ext>
            </a:extLst>
          </p:cNvPr>
          <p:cNvSpPr>
            <a:spLocks xmlns:a="http://schemas.openxmlformats.org/drawingml/2006/main" noGrp="1"/>
          </p:cNvSpPr>
          <p:nvPr/>
        </p:nvSpPr>
        <p:spPr>
          <a:xfrm xmlns:a="http://schemas.openxmlformats.org/drawingml/2006/main">
            <a:off x="3267075" y="4572000"/>
            <a:ext cx="4048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정답률·학습 시간·출석·챌린지</a:t>
            </a:r>
          </a:p>
        </p:txBody>
      </p:sp>
      <p:sp>
        <p:nvSpPr>
          <p:cNvPr id="26" name="">
            <a:extLst xmlns:a="http://schemas.openxmlformats.org/drawingml/2006/main">
              <a:ext uri="{FF2B5EF4-FFF2-40B4-BE49-F238E27FC236}">
                <a16:creationId xmlns:a16="http://schemas.microsoft.com/office/drawing/2014/main" id="{409DA3C8-FA0E-472A-95BA-569F8E831B3B}"/>
              </a:ext>
            </a:extLst>
          </p:cNvPr>
          <p:cNvSpPr>
            <a:spLocks xmlns:a="http://schemas.openxmlformats.org/drawingml/2006/main" noGrp="1"/>
          </p:cNvSpPr>
          <p:nvPr/>
        </p:nvSpPr>
        <p:spPr>
          <a:xfrm xmlns:a="http://schemas.openxmlformats.org/drawingml/2006/main">
            <a:off x="7620000" y="456247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07268"/>
                </a:solidFill>
                <a:latin typeface="NanumGothic"/>
                <a:ea typeface="NanumGothic"/>
                <a:cs typeface="NanumGothic"/>
              </a:defRPr>
            </a:pPr>
            <a:r>
              <a:rPr sz="1350" b="0">
                <a:solidFill>
                  <a:srgbClr val="607268"/>
                </a:solidFill>
                <a:latin typeface="NanumGothic"/>
                <a:ea typeface="NanumGothic"/>
                <a:cs typeface="NanumGothic"/>
              </a:rPr>
              <a:t>조회·기록 경로 확인, 실사용 재검증</a:t>
            </a:r>
          </a:p>
        </p:txBody>
      </p:sp>
      <p:sp>
        <p:nvSpPr>
          <p:cNvPr id="27" name="">
            <a:extLst xmlns:a="http://schemas.openxmlformats.org/drawingml/2006/main">
              <a:ext uri="{FF2B5EF4-FFF2-40B4-BE49-F238E27FC236}">
                <a16:creationId xmlns:a16="http://schemas.microsoft.com/office/drawing/2014/main" id="{AE178180-CA13-45E9-AA6D-D568B061702F}"/>
              </a:ext>
            </a:extLst>
          </p:cNvPr>
          <p:cNvSpPr>
            <a:spLocks xmlns:a="http://schemas.openxmlformats.org/drawingml/2006/main" noGrp="1"/>
          </p:cNvSpPr>
          <p:nvPr/>
        </p:nvSpPr>
        <p:spPr>
          <a:xfrm xmlns:a="http://schemas.openxmlformats.org/drawingml/2006/main">
            <a:off x="3105150" y="4429125"/>
            <a:ext cx="0" cy="866775"/>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8" name="">
            <a:extLst xmlns:a="http://schemas.openxmlformats.org/drawingml/2006/main">
              <a:ext uri="{FF2B5EF4-FFF2-40B4-BE49-F238E27FC236}">
                <a16:creationId xmlns:a16="http://schemas.microsoft.com/office/drawing/2014/main" id="{F0A4FA45-305E-4DFE-B871-209108EBD520}"/>
              </a:ext>
            </a:extLst>
          </p:cNvPr>
          <p:cNvSpPr>
            <a:spLocks xmlns:a="http://schemas.openxmlformats.org/drawingml/2006/main" noGrp="1"/>
          </p:cNvSpPr>
          <p:nvPr/>
        </p:nvSpPr>
        <p:spPr>
          <a:xfrm xmlns:a="http://schemas.openxmlformats.org/drawingml/2006/main">
            <a:off x="7477125" y="4429125"/>
            <a:ext cx="0" cy="866775"/>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9" name="">
            <a:extLst xmlns:a="http://schemas.openxmlformats.org/drawingml/2006/main">
              <a:ext uri="{FF2B5EF4-FFF2-40B4-BE49-F238E27FC236}">
                <a16:creationId xmlns:a16="http://schemas.microsoft.com/office/drawing/2014/main" id="{FE7DF83E-83CD-468C-8C55-F8B7E50EA76E}"/>
              </a:ext>
            </a:extLst>
          </p:cNvPr>
          <p:cNvSpPr>
            <a:spLocks xmlns:a="http://schemas.openxmlformats.org/drawingml/2006/main" noGrp="1"/>
          </p:cNvSpPr>
          <p:nvPr/>
        </p:nvSpPr>
        <p:spPr>
          <a:xfrm xmlns:a="http://schemas.openxmlformats.org/drawingml/2006/main">
            <a:off x="800100" y="5467350"/>
            <a:ext cx="10448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244A3D"/>
                </a:solidFill>
                <a:latin typeface="NanumGothic"/>
                <a:ea typeface="NanumGothic"/>
                <a:cs typeface="NanumGothic"/>
              </a:defRPr>
            </a:pPr>
            <a:r>
              <a:rPr sz="1275" b="0">
                <a:solidFill>
                  <a:srgbClr val="244A3D"/>
                </a:solidFill>
                <a:latin typeface="NanumGothic"/>
                <a:ea typeface="NanumGothic"/>
                <a:cs typeface="NanumGothic"/>
              </a:rPr>
              <a:t>추가 요청 중 단어 퀴즈·초보자 안내는 구현 완료로 단정하지 않고 검증 목록에 남긴다</a:t>
            </a:r>
          </a:p>
        </p:txBody>
      </p:sp>
    </p:spTree>
    <p:extLst>
      <p:ext uri="{BB962C8B-B14F-4D97-AF65-F5344CB8AC3E}">
        <p14:creationId xmlns:p14="http://schemas.microsoft.com/office/powerpoint/2010/main" val="1315535170"/>
      </p:ext>
    </p:extLst>
  </p:cSld>
</p:sld>
</file>

<file path=ppt/slides/slide11.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FAE0640-D42A-487A-8D33-9BAD8130652F}"/>
              </a:ext>
            </a:extLst>
          </p:cNvPr>
          <p:cNvSpPr>
            <a:spLocks xmlns:a="http://schemas.openxmlformats.org/drawingml/2006/main" noGrp="1"/>
          </p:cNvSpPr>
          <p:nvPr/>
        </p:nvSpPr>
        <p:spPr>
          <a:xfrm xmlns:a="http://schemas.openxmlformats.org/drawingml/2006/main">
            <a:off x="723900" y="2952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EA889"/>
                </a:solidFill>
                <a:latin typeface="NanumGothic"/>
                <a:ea typeface="NanumGothic"/>
                <a:cs typeface="NanumGothic"/>
              </a:defRPr>
            </a:pPr>
            <a:r>
              <a:rPr sz="1200" b="1">
                <a:solidFill>
                  <a:srgbClr val="5EA889"/>
                </a:solidFill>
                <a:latin typeface="NanumGothic"/>
                <a:ea typeface="NanumGothic"/>
                <a:cs typeface="NanumGothic"/>
              </a:rPr>
              <a:t>2. 최종 F시스템 소개  /  2.4 검증기준</a:t>
            </a:r>
          </a:p>
        </p:txBody>
      </p:sp>
      <p:sp>
        <p:nvSpPr>
          <p:cNvPr id="2" name="">
            <a:extLst xmlns:a="http://schemas.openxmlformats.org/drawingml/2006/main">
              <a:ext uri="{FF2B5EF4-FFF2-40B4-BE49-F238E27FC236}">
                <a16:creationId xmlns:a16="http://schemas.microsoft.com/office/drawing/2014/main" id="{07332367-1F91-4C42-B101-40D04DB6BED2}"/>
              </a:ext>
            </a:extLst>
          </p:cNvPr>
          <p:cNvSpPr>
            <a:spLocks xmlns:a="http://schemas.openxmlformats.org/drawingml/2006/main" noGrp="1"/>
          </p:cNvSpPr>
          <p:nvPr/>
        </p:nvSpPr>
        <p:spPr>
          <a:xfrm xmlns:a="http://schemas.openxmlformats.org/drawingml/2006/main">
            <a:off x="723900" y="714375"/>
            <a:ext cx="10725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93C33"/>
                </a:solidFill>
                <a:latin typeface="NanumGothic"/>
                <a:ea typeface="NanumGothic"/>
                <a:cs typeface="NanumGothic"/>
              </a:defRPr>
            </a:pPr>
            <a:r>
              <a:rPr sz="2925" b="1">
                <a:solidFill>
                  <a:srgbClr val="193C33"/>
                </a:solidFill>
                <a:latin typeface="NanumGothic"/>
                <a:ea typeface="NanumGothic"/>
                <a:cs typeface="NanumGothic"/>
              </a:rPr>
              <a:t>시연과 테스트에서 확인할 기준</a:t>
            </a:r>
          </a:p>
        </p:txBody>
      </p:sp>
      <p:sp>
        <p:nvSpPr>
          <p:cNvPr id="3" name="">
            <a:extLst xmlns:a="http://schemas.openxmlformats.org/drawingml/2006/main">
              <a:ext uri="{FF2B5EF4-FFF2-40B4-BE49-F238E27FC236}">
                <a16:creationId xmlns:a16="http://schemas.microsoft.com/office/drawing/2014/main" id="{2C636101-3464-422E-A0BC-E8AA923201F4}"/>
              </a:ext>
            </a:extLst>
          </p:cNvPr>
          <p:cNvSpPr>
            <a:spLocks xmlns:a="http://schemas.openxmlformats.org/drawingml/2006/main" noGrp="1"/>
          </p:cNvSpPr>
          <p:nvPr/>
        </p:nvSpPr>
        <p:spPr>
          <a:xfrm xmlns:a="http://schemas.openxmlformats.org/drawingml/2006/main">
            <a:off x="733425" y="1466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구현 여부와 실제 사용 결과를 같은 기준으로 확인할 수 있게 정의</a:t>
            </a:r>
          </a:p>
        </p:txBody>
      </p:sp>
      <p:sp>
        <p:nvSpPr>
          <p:cNvPr id="4" name="">
            <a:extLst xmlns:a="http://schemas.openxmlformats.org/drawingml/2006/main">
              <a:ext uri="{FF2B5EF4-FFF2-40B4-BE49-F238E27FC236}">
                <a16:creationId xmlns:a16="http://schemas.microsoft.com/office/drawing/2014/main" id="{2D6BDDC6-7462-4A31-A666-430AD1E74D3C}"/>
              </a:ext>
            </a:extLst>
          </p:cNvPr>
          <p:cNvSpPr>
            <a:spLocks xmlns:a="http://schemas.openxmlformats.org/drawingml/2006/main" noGrp="1"/>
          </p:cNvSpPr>
          <p:nvPr/>
        </p:nvSpPr>
        <p:spPr>
          <a:xfrm xmlns:a="http://schemas.openxmlformats.org/drawingml/2006/main">
            <a:off x="723900" y="6134100"/>
            <a:ext cx="107346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5" name="">
            <a:extLst xmlns:a="http://schemas.openxmlformats.org/drawingml/2006/main">
              <a:ext uri="{FF2B5EF4-FFF2-40B4-BE49-F238E27FC236}">
                <a16:creationId xmlns:a16="http://schemas.microsoft.com/office/drawing/2014/main" id="{6DCA7CA7-9F6B-4705-BAAB-FFD2DC90060C}"/>
              </a:ext>
            </a:extLst>
          </p:cNvPr>
          <p:cNvSpPr>
            <a:spLocks xmlns:a="http://schemas.openxmlformats.org/drawingml/2006/main" noGrp="1"/>
          </p:cNvSpPr>
          <p:nvPr/>
        </p:nvSpPr>
        <p:spPr>
          <a:xfrm xmlns:a="http://schemas.openxmlformats.org/drawingml/2006/main">
            <a:off x="733425" y="62388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607268"/>
                </a:solidFill>
                <a:latin typeface="NanumGothic"/>
                <a:ea typeface="NanumGothic"/>
                <a:cs typeface="NanumGothic"/>
              </a:defRPr>
            </a:pPr>
            <a:r>
              <a:rPr sz="975" b="0">
                <a:solidFill>
                  <a:srgbClr val="607268"/>
                </a:solidFill>
                <a:latin typeface="NanumGothic"/>
                <a:ea typeface="NanumGothic"/>
                <a:cs typeface="NanumGothic"/>
              </a:rPr>
              <a:t>QURVE  /  F시스템 발표</a:t>
            </a:r>
          </a:p>
        </p:txBody>
      </p:sp>
      <p:sp>
        <p:nvSpPr>
          <p:cNvPr id="6" name="">
            <a:extLst xmlns:a="http://schemas.openxmlformats.org/drawingml/2006/main">
              <a:ext uri="{FF2B5EF4-FFF2-40B4-BE49-F238E27FC236}">
                <a16:creationId xmlns:a16="http://schemas.microsoft.com/office/drawing/2014/main" id="{0902D391-033C-4295-AF5D-469DFF2C2F14}"/>
              </a:ext>
            </a:extLst>
          </p:cNvPr>
          <p:cNvSpPr>
            <a:spLocks xmlns:a="http://schemas.openxmlformats.org/drawingml/2006/main" noGrp="1"/>
          </p:cNvSpPr>
          <p:nvPr/>
        </p:nvSpPr>
        <p:spPr>
          <a:xfrm xmlns:a="http://schemas.openxmlformats.org/drawingml/2006/main">
            <a:off x="10839450" y="6219825"/>
            <a:ext cx="638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5EA889"/>
                </a:solidFill>
                <a:latin typeface="NanumGothic"/>
                <a:ea typeface="NanumGothic"/>
                <a:cs typeface="NanumGothic"/>
              </a:defRPr>
            </a:pPr>
            <a:r>
              <a:rPr sz="1125" b="1">
                <a:solidFill>
                  <a:srgbClr val="5EA889"/>
                </a:solidFill>
                <a:latin typeface="NanumGothic"/>
                <a:ea typeface="NanumGothic"/>
                <a:cs typeface="NanumGothic"/>
              </a:rPr>
              <a:t>11</a:t>
            </a:r>
          </a:p>
        </p:txBody>
      </p:sp>
      <p:sp>
        <p:nvSpPr>
          <p:cNvPr id="7" name="">
            <a:extLst xmlns:a="http://schemas.openxmlformats.org/drawingml/2006/main">
              <a:ext uri="{FF2B5EF4-FFF2-40B4-BE49-F238E27FC236}">
                <a16:creationId xmlns:a16="http://schemas.microsoft.com/office/drawing/2014/main" id="{48B59252-BDBA-4741-8A93-F4270B499882}"/>
              </a:ext>
            </a:extLst>
          </p:cNvPr>
          <p:cNvSpPr>
            <a:spLocks xmlns:a="http://schemas.openxmlformats.org/drawingml/2006/main" noGrp="1"/>
          </p:cNvSpPr>
          <p:nvPr/>
        </p:nvSpPr>
        <p:spPr>
          <a:xfrm xmlns:a="http://schemas.openxmlformats.org/drawingml/2006/main">
            <a:off x="790575" y="2276475"/>
            <a:ext cx="600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5EA889"/>
                </a:solidFill>
                <a:latin typeface="NanumGothic"/>
                <a:ea typeface="NanumGothic"/>
                <a:cs typeface="NanumGothic"/>
              </a:defRPr>
            </a:pPr>
            <a:r>
              <a:rPr sz="1950" b="1">
                <a:solidFill>
                  <a:srgbClr val="5EA889"/>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B0CBDA26-1F7A-4D3C-B717-5633807BFFEC}"/>
              </a:ext>
            </a:extLst>
          </p:cNvPr>
          <p:cNvSpPr>
            <a:spLocks xmlns:a="http://schemas.openxmlformats.org/drawingml/2006/main" noGrp="1"/>
          </p:cNvSpPr>
          <p:nvPr/>
        </p:nvSpPr>
        <p:spPr>
          <a:xfrm xmlns:a="http://schemas.openxmlformats.org/drawingml/2006/main">
            <a:off x="1514475" y="2276475"/>
            <a:ext cx="2209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93C33"/>
                </a:solidFill>
                <a:latin typeface="NanumGothic"/>
                <a:ea typeface="NanumGothic"/>
                <a:cs typeface="NanumGothic"/>
              </a:defRPr>
            </a:pPr>
            <a:r>
              <a:rPr sz="1725" b="1">
                <a:solidFill>
                  <a:srgbClr val="193C33"/>
                </a:solidFill>
                <a:latin typeface="NanumGothic"/>
                <a:ea typeface="NanumGothic"/>
                <a:cs typeface="NanumGothic"/>
              </a:rPr>
              <a:t>진단·언어</a:t>
            </a:r>
          </a:p>
        </p:txBody>
      </p:sp>
      <p:sp>
        <p:nvSpPr>
          <p:cNvPr id="9" name="">
            <a:extLst xmlns:a="http://schemas.openxmlformats.org/drawingml/2006/main">
              <a:ext uri="{FF2B5EF4-FFF2-40B4-BE49-F238E27FC236}">
                <a16:creationId xmlns:a16="http://schemas.microsoft.com/office/drawing/2014/main" id="{0B03399B-A007-4F39-9A53-7E0E820438D5}"/>
              </a:ext>
            </a:extLst>
          </p:cNvPr>
          <p:cNvSpPr>
            <a:spLocks xmlns:a="http://schemas.openxmlformats.org/drawingml/2006/main" noGrp="1"/>
          </p:cNvSpPr>
          <p:nvPr/>
        </p:nvSpPr>
        <p:spPr>
          <a:xfrm xmlns:a="http://schemas.openxmlformats.org/drawingml/2006/main">
            <a:off x="3857625" y="2276475"/>
            <a:ext cx="731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일본어/영어 질문·문항 분기와 레벨 저장 확인</a:t>
            </a:r>
          </a:p>
        </p:txBody>
      </p:sp>
      <p:sp>
        <p:nvSpPr>
          <p:cNvPr id="10" name="">
            <a:extLst xmlns:a="http://schemas.openxmlformats.org/drawingml/2006/main">
              <a:ext uri="{FF2B5EF4-FFF2-40B4-BE49-F238E27FC236}">
                <a16:creationId xmlns:a16="http://schemas.microsoft.com/office/drawing/2014/main" id="{626EE38A-C043-40AA-B445-174413FF32B0}"/>
              </a:ext>
            </a:extLst>
          </p:cNvPr>
          <p:cNvSpPr>
            <a:spLocks xmlns:a="http://schemas.openxmlformats.org/drawingml/2006/main" noGrp="1"/>
          </p:cNvSpPr>
          <p:nvPr/>
        </p:nvSpPr>
        <p:spPr>
          <a:xfrm xmlns:a="http://schemas.openxmlformats.org/drawingml/2006/main">
            <a:off x="790575" y="2924175"/>
            <a:ext cx="105441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1" name="">
            <a:extLst xmlns:a="http://schemas.openxmlformats.org/drawingml/2006/main">
              <a:ext uri="{FF2B5EF4-FFF2-40B4-BE49-F238E27FC236}">
                <a16:creationId xmlns:a16="http://schemas.microsoft.com/office/drawing/2014/main" id="{1148EF17-0D68-4193-8C2F-2A2920139437}"/>
              </a:ext>
            </a:extLst>
          </p:cNvPr>
          <p:cNvSpPr>
            <a:spLocks xmlns:a="http://schemas.openxmlformats.org/drawingml/2006/main" noGrp="1"/>
          </p:cNvSpPr>
          <p:nvPr/>
        </p:nvSpPr>
        <p:spPr>
          <a:xfrm xmlns:a="http://schemas.openxmlformats.org/drawingml/2006/main">
            <a:off x="790575" y="3048000"/>
            <a:ext cx="600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5EA889"/>
                </a:solidFill>
                <a:latin typeface="NanumGothic"/>
                <a:ea typeface="NanumGothic"/>
                <a:cs typeface="NanumGothic"/>
              </a:defRPr>
            </a:pPr>
            <a:r>
              <a:rPr sz="1950" b="1">
                <a:solidFill>
                  <a:srgbClr val="5EA889"/>
                </a:solidFill>
                <a:latin typeface="NanumGothic"/>
                <a:ea typeface="NanumGothic"/>
                <a:cs typeface="NanumGothic"/>
              </a:rPr>
              <a:t>02</a:t>
            </a:r>
          </a:p>
        </p:txBody>
      </p:sp>
      <p:sp>
        <p:nvSpPr>
          <p:cNvPr id="12" name="">
            <a:extLst xmlns:a="http://schemas.openxmlformats.org/drawingml/2006/main">
              <a:ext uri="{FF2B5EF4-FFF2-40B4-BE49-F238E27FC236}">
                <a16:creationId xmlns:a16="http://schemas.microsoft.com/office/drawing/2014/main" id="{7D5672F4-4ADC-42A7-9812-FC8B7BCAAEA3}"/>
              </a:ext>
            </a:extLst>
          </p:cNvPr>
          <p:cNvSpPr>
            <a:spLocks xmlns:a="http://schemas.openxmlformats.org/drawingml/2006/main" noGrp="1"/>
          </p:cNvSpPr>
          <p:nvPr/>
        </p:nvSpPr>
        <p:spPr>
          <a:xfrm xmlns:a="http://schemas.openxmlformats.org/drawingml/2006/main">
            <a:off x="1514475" y="3048000"/>
            <a:ext cx="2209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93C33"/>
                </a:solidFill>
                <a:latin typeface="NanumGothic"/>
                <a:ea typeface="NanumGothic"/>
                <a:cs typeface="NanumGothic"/>
              </a:defRPr>
            </a:pPr>
            <a:r>
              <a:rPr sz="1725" b="1">
                <a:solidFill>
                  <a:srgbClr val="193C33"/>
                </a:solidFill>
                <a:latin typeface="NanumGothic"/>
                <a:ea typeface="NanumGothic"/>
                <a:cs typeface="NanumGothic"/>
              </a:rPr>
              <a:t>학습 기록</a:t>
            </a:r>
          </a:p>
        </p:txBody>
      </p:sp>
      <p:sp>
        <p:nvSpPr>
          <p:cNvPr id="13" name="">
            <a:extLst xmlns:a="http://schemas.openxmlformats.org/drawingml/2006/main">
              <a:ext uri="{FF2B5EF4-FFF2-40B4-BE49-F238E27FC236}">
                <a16:creationId xmlns:a16="http://schemas.microsoft.com/office/drawing/2014/main" id="{180AD250-2182-4BDA-8EEB-D34DDC9135D2}"/>
              </a:ext>
            </a:extLst>
          </p:cNvPr>
          <p:cNvSpPr>
            <a:spLocks xmlns:a="http://schemas.openxmlformats.org/drawingml/2006/main" noGrp="1"/>
          </p:cNvSpPr>
          <p:nvPr/>
        </p:nvSpPr>
        <p:spPr>
          <a:xfrm xmlns:a="http://schemas.openxmlformats.org/drawingml/2006/main">
            <a:off x="3857625" y="3048000"/>
            <a:ext cx="731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답안 후 오답·XP·출석·통계가 사용자별로 갱신되는지 확인</a:t>
            </a:r>
          </a:p>
        </p:txBody>
      </p:sp>
      <p:sp>
        <p:nvSpPr>
          <p:cNvPr id="14" name="">
            <a:extLst xmlns:a="http://schemas.openxmlformats.org/drawingml/2006/main">
              <a:ext uri="{FF2B5EF4-FFF2-40B4-BE49-F238E27FC236}">
                <a16:creationId xmlns:a16="http://schemas.microsoft.com/office/drawing/2014/main" id="{D082AB43-BBCE-4851-A0F5-F34EC43E6501}"/>
              </a:ext>
            </a:extLst>
          </p:cNvPr>
          <p:cNvSpPr>
            <a:spLocks xmlns:a="http://schemas.openxmlformats.org/drawingml/2006/main" noGrp="1"/>
          </p:cNvSpPr>
          <p:nvPr/>
        </p:nvSpPr>
        <p:spPr>
          <a:xfrm xmlns:a="http://schemas.openxmlformats.org/drawingml/2006/main">
            <a:off x="790575" y="3695700"/>
            <a:ext cx="105441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5" name="">
            <a:extLst xmlns:a="http://schemas.openxmlformats.org/drawingml/2006/main">
              <a:ext uri="{FF2B5EF4-FFF2-40B4-BE49-F238E27FC236}">
                <a16:creationId xmlns:a16="http://schemas.microsoft.com/office/drawing/2014/main" id="{985D09D4-F236-4286-90C6-162F65341E3F}"/>
              </a:ext>
            </a:extLst>
          </p:cNvPr>
          <p:cNvSpPr>
            <a:spLocks xmlns:a="http://schemas.openxmlformats.org/drawingml/2006/main" noGrp="1"/>
          </p:cNvSpPr>
          <p:nvPr/>
        </p:nvSpPr>
        <p:spPr>
          <a:xfrm xmlns:a="http://schemas.openxmlformats.org/drawingml/2006/main">
            <a:off x="790575" y="3819525"/>
            <a:ext cx="600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5EA889"/>
                </a:solidFill>
                <a:latin typeface="NanumGothic"/>
                <a:ea typeface="NanumGothic"/>
                <a:cs typeface="NanumGothic"/>
              </a:defRPr>
            </a:pPr>
            <a:r>
              <a:rPr sz="1950" b="1">
                <a:solidFill>
                  <a:srgbClr val="5EA889"/>
                </a:solidFill>
                <a:latin typeface="NanumGothic"/>
                <a:ea typeface="NanumGothic"/>
                <a:cs typeface="NanumGothic"/>
              </a:rPr>
              <a:t>03</a:t>
            </a:r>
          </a:p>
        </p:txBody>
      </p:sp>
      <p:sp>
        <p:nvSpPr>
          <p:cNvPr id="16" name="">
            <a:extLst xmlns:a="http://schemas.openxmlformats.org/drawingml/2006/main">
              <a:ext uri="{FF2B5EF4-FFF2-40B4-BE49-F238E27FC236}">
                <a16:creationId xmlns:a16="http://schemas.microsoft.com/office/drawing/2014/main" id="{45E9B208-60E0-444D-B61A-CB0EAE5D0886}"/>
              </a:ext>
            </a:extLst>
          </p:cNvPr>
          <p:cNvSpPr>
            <a:spLocks xmlns:a="http://schemas.openxmlformats.org/drawingml/2006/main" noGrp="1"/>
          </p:cNvSpPr>
          <p:nvPr/>
        </p:nvSpPr>
        <p:spPr>
          <a:xfrm xmlns:a="http://schemas.openxmlformats.org/drawingml/2006/main">
            <a:off x="1514475" y="3819525"/>
            <a:ext cx="2209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93C33"/>
                </a:solidFill>
                <a:latin typeface="NanumGothic"/>
                <a:ea typeface="NanumGothic"/>
                <a:cs typeface="NanumGothic"/>
              </a:defRPr>
            </a:pPr>
            <a:r>
              <a:rPr sz="1725" b="1">
                <a:solidFill>
                  <a:srgbClr val="193C33"/>
                </a:solidFill>
                <a:latin typeface="NanumGothic"/>
                <a:ea typeface="NanumGothic"/>
                <a:cs typeface="NanumGothic"/>
              </a:rPr>
              <a:t>보상 무결성</a:t>
            </a:r>
          </a:p>
        </p:txBody>
      </p:sp>
      <p:sp>
        <p:nvSpPr>
          <p:cNvPr id="17" name="">
            <a:extLst xmlns:a="http://schemas.openxmlformats.org/drawingml/2006/main">
              <a:ext uri="{FF2B5EF4-FFF2-40B4-BE49-F238E27FC236}">
                <a16:creationId xmlns:a16="http://schemas.microsoft.com/office/drawing/2014/main" id="{CBFDE72D-320E-41DD-A12E-DC9F386FB77D}"/>
              </a:ext>
            </a:extLst>
          </p:cNvPr>
          <p:cNvSpPr>
            <a:spLocks xmlns:a="http://schemas.openxmlformats.org/drawingml/2006/main" noGrp="1"/>
          </p:cNvSpPr>
          <p:nvPr/>
        </p:nvSpPr>
        <p:spPr>
          <a:xfrm xmlns:a="http://schemas.openxmlformats.org/drawingml/2006/main">
            <a:off x="3857625" y="3819525"/>
            <a:ext cx="731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같은 문제 세트 재요청 시 완료 보상이 추가되지 않는지 확인</a:t>
            </a:r>
          </a:p>
        </p:txBody>
      </p:sp>
      <p:sp>
        <p:nvSpPr>
          <p:cNvPr id="18" name="">
            <a:extLst xmlns:a="http://schemas.openxmlformats.org/drawingml/2006/main">
              <a:ext uri="{FF2B5EF4-FFF2-40B4-BE49-F238E27FC236}">
                <a16:creationId xmlns:a16="http://schemas.microsoft.com/office/drawing/2014/main" id="{AC700622-C3F5-4626-B386-8B8B04A1F14A}"/>
              </a:ext>
            </a:extLst>
          </p:cNvPr>
          <p:cNvSpPr>
            <a:spLocks xmlns:a="http://schemas.openxmlformats.org/drawingml/2006/main" noGrp="1"/>
          </p:cNvSpPr>
          <p:nvPr/>
        </p:nvSpPr>
        <p:spPr>
          <a:xfrm xmlns:a="http://schemas.openxmlformats.org/drawingml/2006/main">
            <a:off x="790575" y="4467225"/>
            <a:ext cx="105441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9" name="">
            <a:extLst xmlns:a="http://schemas.openxmlformats.org/drawingml/2006/main">
              <a:ext uri="{FF2B5EF4-FFF2-40B4-BE49-F238E27FC236}">
                <a16:creationId xmlns:a16="http://schemas.microsoft.com/office/drawing/2014/main" id="{C7F6898E-0635-46B3-88BD-3C35F38152BD}"/>
              </a:ext>
            </a:extLst>
          </p:cNvPr>
          <p:cNvSpPr>
            <a:spLocks xmlns:a="http://schemas.openxmlformats.org/drawingml/2006/main" noGrp="1"/>
          </p:cNvSpPr>
          <p:nvPr/>
        </p:nvSpPr>
        <p:spPr>
          <a:xfrm xmlns:a="http://schemas.openxmlformats.org/drawingml/2006/main">
            <a:off x="790575" y="4591050"/>
            <a:ext cx="600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5EA889"/>
                </a:solidFill>
                <a:latin typeface="NanumGothic"/>
                <a:ea typeface="NanumGothic"/>
                <a:cs typeface="NanumGothic"/>
              </a:defRPr>
            </a:pPr>
            <a:r>
              <a:rPr sz="1950" b="1">
                <a:solidFill>
                  <a:srgbClr val="5EA889"/>
                </a:solidFill>
                <a:latin typeface="NanumGothic"/>
                <a:ea typeface="NanumGothic"/>
                <a:cs typeface="NanumGothic"/>
              </a:rPr>
              <a:t>04</a:t>
            </a:r>
          </a:p>
        </p:txBody>
      </p:sp>
      <p:sp>
        <p:nvSpPr>
          <p:cNvPr id="20" name="">
            <a:extLst xmlns:a="http://schemas.openxmlformats.org/drawingml/2006/main">
              <a:ext uri="{FF2B5EF4-FFF2-40B4-BE49-F238E27FC236}">
                <a16:creationId xmlns:a16="http://schemas.microsoft.com/office/drawing/2014/main" id="{1806DA80-CAFA-4122-9315-36795E36FB68}"/>
              </a:ext>
            </a:extLst>
          </p:cNvPr>
          <p:cNvSpPr>
            <a:spLocks xmlns:a="http://schemas.openxmlformats.org/drawingml/2006/main" noGrp="1"/>
          </p:cNvSpPr>
          <p:nvPr/>
        </p:nvSpPr>
        <p:spPr>
          <a:xfrm xmlns:a="http://schemas.openxmlformats.org/drawingml/2006/main">
            <a:off x="1514475" y="4591050"/>
            <a:ext cx="2209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93C33"/>
                </a:solidFill>
                <a:latin typeface="NanumGothic"/>
                <a:ea typeface="NanumGothic"/>
                <a:cs typeface="NanumGothic"/>
              </a:defRPr>
            </a:pPr>
            <a:r>
              <a:rPr sz="1725" b="1">
                <a:solidFill>
                  <a:srgbClr val="193C33"/>
                </a:solidFill>
                <a:latin typeface="NanumGothic"/>
                <a:ea typeface="NanumGothic"/>
                <a:cs typeface="NanumGothic"/>
              </a:rPr>
              <a:t>화면 연결</a:t>
            </a:r>
          </a:p>
        </p:txBody>
      </p:sp>
      <p:sp>
        <p:nvSpPr>
          <p:cNvPr id="21" name="">
            <a:extLst xmlns:a="http://schemas.openxmlformats.org/drawingml/2006/main">
              <a:ext uri="{FF2B5EF4-FFF2-40B4-BE49-F238E27FC236}">
                <a16:creationId xmlns:a16="http://schemas.microsoft.com/office/drawing/2014/main" id="{20886D1C-DB1E-48CA-97BC-3D3AEC59C9EA}"/>
              </a:ext>
            </a:extLst>
          </p:cNvPr>
          <p:cNvSpPr>
            <a:spLocks xmlns:a="http://schemas.openxmlformats.org/drawingml/2006/main" noGrp="1"/>
          </p:cNvSpPr>
          <p:nvPr/>
        </p:nvSpPr>
        <p:spPr>
          <a:xfrm xmlns:a="http://schemas.openxmlformats.org/drawingml/2006/main">
            <a:off x="3857625" y="4591050"/>
            <a:ext cx="731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복습·영어 단어 화면이 서버 데이터와 일치하는지 확인</a:t>
            </a:r>
          </a:p>
        </p:txBody>
      </p:sp>
      <p:sp>
        <p:nvSpPr>
          <p:cNvPr id="22" name="">
            <a:extLst xmlns:a="http://schemas.openxmlformats.org/drawingml/2006/main">
              <a:ext uri="{FF2B5EF4-FFF2-40B4-BE49-F238E27FC236}">
                <a16:creationId xmlns:a16="http://schemas.microsoft.com/office/drawing/2014/main" id="{3752F12B-BD50-4056-986D-756EE3EEC376}"/>
              </a:ext>
            </a:extLst>
          </p:cNvPr>
          <p:cNvSpPr>
            <a:spLocks xmlns:a="http://schemas.openxmlformats.org/drawingml/2006/main" noGrp="1"/>
          </p:cNvSpPr>
          <p:nvPr/>
        </p:nvSpPr>
        <p:spPr>
          <a:xfrm xmlns:a="http://schemas.openxmlformats.org/drawingml/2006/main">
            <a:off x="790575" y="5467350"/>
            <a:ext cx="10506075" cy="447675"/>
          </a:xfrm>
          <a:prstGeom xmlns:a="http://schemas.openxmlformats.org/drawingml/2006/main" prst="rect">
            <a:avLst/>
          </a:prstGeom>
          <a:solidFill xmlns:a="http://schemas.openxmlformats.org/drawingml/2006/main">
            <a:srgbClr val="E8F2E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FCEA4DC-316F-4257-A7A2-8051C81C1F18}"/>
              </a:ext>
            </a:extLst>
          </p:cNvPr>
          <p:cNvSpPr>
            <a:spLocks xmlns:a="http://schemas.openxmlformats.org/drawingml/2006/main" noGrp="1"/>
          </p:cNvSpPr>
          <p:nvPr/>
        </p:nvSpPr>
        <p:spPr>
          <a:xfrm xmlns:a="http://schemas.openxmlformats.org/drawingml/2006/main">
            <a:off x="942975" y="5534025"/>
            <a:ext cx="1009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244A3D"/>
                </a:solidFill>
                <a:latin typeface="NanumGothic"/>
                <a:ea typeface="NanumGothic"/>
                <a:cs typeface="NanumGothic"/>
              </a:defRPr>
            </a:pPr>
            <a:r>
              <a:rPr sz="1350" b="0">
                <a:solidFill>
                  <a:srgbClr val="244A3D"/>
                </a:solidFill>
                <a:latin typeface="NanumGothic"/>
                <a:ea typeface="NanumGothic"/>
                <a:cs typeface="NanumGothic"/>
              </a:rPr>
              <a:t>현재 확보: TypeScript 통과 · 단위 테스트 2개 통과 · ESLint 오류 0개(경고 5개)</a:t>
            </a:r>
          </a:p>
        </p:txBody>
      </p:sp>
    </p:spTree>
    <p:extLst>
      <p:ext uri="{BB962C8B-B14F-4D97-AF65-F5344CB8AC3E}">
        <p14:creationId xmlns:p14="http://schemas.microsoft.com/office/powerpoint/2010/main" val="689213413"/>
      </p:ext>
    </p:extLst>
  </p:cSld>
</p:sld>
</file>

<file path=ppt/slides/slide12.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8B950C0-2E2E-4BC7-A312-EDACEEAB4412}"/>
              </a:ext>
            </a:extLst>
          </p:cNvPr>
          <p:cNvSpPr>
            <a:spLocks xmlns:a="http://schemas.openxmlformats.org/drawingml/2006/main" noGrp="1"/>
          </p:cNvSpPr>
          <p:nvPr/>
        </p:nvSpPr>
        <p:spPr>
          <a:xfrm xmlns:a="http://schemas.openxmlformats.org/drawingml/2006/main">
            <a:off x="723900" y="2952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EA889"/>
                </a:solidFill>
                <a:latin typeface="NanumGothic"/>
                <a:ea typeface="NanumGothic"/>
                <a:cs typeface="NanumGothic"/>
              </a:defRPr>
            </a:pPr>
            <a:r>
              <a:rPr sz="1200" b="1">
                <a:solidFill>
                  <a:srgbClr val="5EA889"/>
                </a:solidFill>
                <a:latin typeface="NanumGothic"/>
                <a:ea typeface="NanumGothic"/>
                <a:cs typeface="NanumGothic"/>
              </a:rPr>
              <a:t>3. 시스템 설계  /  3.1 구조설계</a:t>
            </a:r>
          </a:p>
        </p:txBody>
      </p:sp>
      <p:sp>
        <p:nvSpPr>
          <p:cNvPr id="2" name="">
            <a:extLst xmlns:a="http://schemas.openxmlformats.org/drawingml/2006/main">
              <a:ext uri="{FF2B5EF4-FFF2-40B4-BE49-F238E27FC236}">
                <a16:creationId xmlns:a16="http://schemas.microsoft.com/office/drawing/2014/main" id="{F9010CFB-7495-4CF9-AD2B-E9C7B74D21F3}"/>
              </a:ext>
            </a:extLst>
          </p:cNvPr>
          <p:cNvSpPr>
            <a:spLocks xmlns:a="http://schemas.openxmlformats.org/drawingml/2006/main" noGrp="1"/>
          </p:cNvSpPr>
          <p:nvPr/>
        </p:nvSpPr>
        <p:spPr>
          <a:xfrm xmlns:a="http://schemas.openxmlformats.org/drawingml/2006/main">
            <a:off x="723900" y="714375"/>
            <a:ext cx="10725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93C33"/>
                </a:solidFill>
                <a:latin typeface="NanumGothic"/>
                <a:ea typeface="NanumGothic"/>
                <a:cs typeface="NanumGothic"/>
              </a:defRPr>
            </a:pPr>
            <a:r>
              <a:rPr sz="2925" b="1">
                <a:solidFill>
                  <a:srgbClr val="193C33"/>
                </a:solidFill>
                <a:latin typeface="NanumGothic"/>
                <a:ea typeface="NanumGothic"/>
                <a:cs typeface="NanumGothic"/>
              </a:rPr>
              <a:t>앱·API·저장소·외부 서비스를 분리</a:t>
            </a:r>
          </a:p>
        </p:txBody>
      </p:sp>
      <p:sp>
        <p:nvSpPr>
          <p:cNvPr id="3" name="">
            <a:extLst xmlns:a="http://schemas.openxmlformats.org/drawingml/2006/main">
              <a:ext uri="{FF2B5EF4-FFF2-40B4-BE49-F238E27FC236}">
                <a16:creationId xmlns:a16="http://schemas.microsoft.com/office/drawing/2014/main" id="{ABD18C2B-ACEE-4D4F-B85E-4704AEE17F9A}"/>
              </a:ext>
            </a:extLst>
          </p:cNvPr>
          <p:cNvSpPr>
            <a:spLocks xmlns:a="http://schemas.openxmlformats.org/drawingml/2006/main" noGrp="1"/>
          </p:cNvSpPr>
          <p:nvPr/>
        </p:nvSpPr>
        <p:spPr>
          <a:xfrm xmlns:a="http://schemas.openxmlformats.org/drawingml/2006/main">
            <a:off x="733425" y="1466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1학기 보고서의 구성도 형식을 현재 코드의 연결 관계로 다시 정리</a:t>
            </a:r>
          </a:p>
        </p:txBody>
      </p:sp>
      <p:sp>
        <p:nvSpPr>
          <p:cNvPr id="4" name="">
            <a:extLst xmlns:a="http://schemas.openxmlformats.org/drawingml/2006/main">
              <a:ext uri="{FF2B5EF4-FFF2-40B4-BE49-F238E27FC236}">
                <a16:creationId xmlns:a16="http://schemas.microsoft.com/office/drawing/2014/main" id="{99B1D14D-3389-4C50-818A-97344BB04206}"/>
              </a:ext>
            </a:extLst>
          </p:cNvPr>
          <p:cNvSpPr>
            <a:spLocks xmlns:a="http://schemas.openxmlformats.org/drawingml/2006/main" noGrp="1"/>
          </p:cNvSpPr>
          <p:nvPr/>
        </p:nvSpPr>
        <p:spPr>
          <a:xfrm xmlns:a="http://schemas.openxmlformats.org/drawingml/2006/main">
            <a:off x="723900" y="6134100"/>
            <a:ext cx="107346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5" name="">
            <a:extLst xmlns:a="http://schemas.openxmlformats.org/drawingml/2006/main">
              <a:ext uri="{FF2B5EF4-FFF2-40B4-BE49-F238E27FC236}">
                <a16:creationId xmlns:a16="http://schemas.microsoft.com/office/drawing/2014/main" id="{FF0C2183-B981-446E-9FCA-6D8525D92D36}"/>
              </a:ext>
            </a:extLst>
          </p:cNvPr>
          <p:cNvSpPr>
            <a:spLocks xmlns:a="http://schemas.openxmlformats.org/drawingml/2006/main" noGrp="1"/>
          </p:cNvSpPr>
          <p:nvPr/>
        </p:nvSpPr>
        <p:spPr>
          <a:xfrm xmlns:a="http://schemas.openxmlformats.org/drawingml/2006/main">
            <a:off x="733425" y="62388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607268"/>
                </a:solidFill>
                <a:latin typeface="NanumGothic"/>
                <a:ea typeface="NanumGothic"/>
                <a:cs typeface="NanumGothic"/>
              </a:defRPr>
            </a:pPr>
            <a:r>
              <a:rPr sz="975" b="0">
                <a:solidFill>
                  <a:srgbClr val="607268"/>
                </a:solidFill>
                <a:latin typeface="NanumGothic"/>
                <a:ea typeface="NanumGothic"/>
                <a:cs typeface="NanumGothic"/>
              </a:rPr>
              <a:t>QURVE  /  F시스템 발표</a:t>
            </a:r>
          </a:p>
        </p:txBody>
      </p:sp>
      <p:sp>
        <p:nvSpPr>
          <p:cNvPr id="6" name="">
            <a:extLst xmlns:a="http://schemas.openxmlformats.org/drawingml/2006/main">
              <a:ext uri="{FF2B5EF4-FFF2-40B4-BE49-F238E27FC236}">
                <a16:creationId xmlns:a16="http://schemas.microsoft.com/office/drawing/2014/main" id="{F7E158CB-02BE-47B3-94BB-8D61351567AA}"/>
              </a:ext>
            </a:extLst>
          </p:cNvPr>
          <p:cNvSpPr>
            <a:spLocks xmlns:a="http://schemas.openxmlformats.org/drawingml/2006/main" noGrp="1"/>
          </p:cNvSpPr>
          <p:nvPr/>
        </p:nvSpPr>
        <p:spPr>
          <a:xfrm xmlns:a="http://schemas.openxmlformats.org/drawingml/2006/main">
            <a:off x="10839450" y="6219825"/>
            <a:ext cx="638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5EA889"/>
                </a:solidFill>
                <a:latin typeface="NanumGothic"/>
                <a:ea typeface="NanumGothic"/>
                <a:cs typeface="NanumGothic"/>
              </a:defRPr>
            </a:pPr>
            <a:r>
              <a:rPr sz="1125" b="1">
                <a:solidFill>
                  <a:srgbClr val="5EA889"/>
                </a:solidFill>
                <a:latin typeface="NanumGothic"/>
                <a:ea typeface="NanumGothic"/>
                <a:cs typeface="NanumGothic"/>
              </a:rPr>
              <a:t>12</a:t>
            </a:r>
          </a:p>
        </p:txBody>
      </p:sp>
      <p:sp>
        <p:nvSpPr>
          <p:cNvPr id="7" name="">
            <a:extLst xmlns:a="http://schemas.openxmlformats.org/drawingml/2006/main">
              <a:ext uri="{FF2B5EF4-FFF2-40B4-BE49-F238E27FC236}">
                <a16:creationId xmlns:a16="http://schemas.microsoft.com/office/drawing/2014/main" id="{FB24AF70-4904-49B9-A948-B9C6B6397901}"/>
              </a:ext>
            </a:extLst>
          </p:cNvPr>
          <p:cNvSpPr>
            <a:spLocks xmlns:a="http://schemas.openxmlformats.org/drawingml/2006/main" noGrp="1"/>
          </p:cNvSpPr>
          <p:nvPr/>
        </p:nvSpPr>
        <p:spPr>
          <a:xfrm xmlns:a="http://schemas.openxmlformats.org/drawingml/2006/main">
            <a:off x="771525" y="2152650"/>
            <a:ext cx="2447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EA889"/>
                </a:solidFill>
                <a:latin typeface="NanumGothic"/>
                <a:ea typeface="NanumGothic"/>
                <a:cs typeface="NanumGothic"/>
              </a:defRPr>
            </a:pPr>
            <a:r>
              <a:rPr sz="1275" b="1">
                <a:solidFill>
                  <a:srgbClr val="5EA889"/>
                </a:solidFill>
                <a:latin typeface="NanumGothic"/>
                <a:ea typeface="NanumGothic"/>
                <a:cs typeface="NanumGothic"/>
              </a:rPr>
              <a:t>사용자 화면</a:t>
            </a:r>
          </a:p>
        </p:txBody>
      </p:sp>
      <p:sp>
        <p:nvSpPr>
          <p:cNvPr id="8" name="">
            <a:extLst xmlns:a="http://schemas.openxmlformats.org/drawingml/2006/main">
              <a:ext uri="{FF2B5EF4-FFF2-40B4-BE49-F238E27FC236}">
                <a16:creationId xmlns:a16="http://schemas.microsoft.com/office/drawing/2014/main" id="{25EEE8BA-5BC4-442E-A40C-D4AEE36AA696}"/>
              </a:ext>
            </a:extLst>
          </p:cNvPr>
          <p:cNvSpPr>
            <a:spLocks xmlns:a="http://schemas.openxmlformats.org/drawingml/2006/main" noGrp="1"/>
          </p:cNvSpPr>
          <p:nvPr/>
        </p:nvSpPr>
        <p:spPr>
          <a:xfrm xmlns:a="http://schemas.openxmlformats.org/drawingml/2006/main">
            <a:off x="3781425" y="2152650"/>
            <a:ext cx="323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EA889"/>
                </a:solidFill>
                <a:latin typeface="NanumGothic"/>
                <a:ea typeface="NanumGothic"/>
                <a:cs typeface="NanumGothic"/>
              </a:defRPr>
            </a:pPr>
            <a:r>
              <a:rPr sz="1275" b="1">
                <a:solidFill>
                  <a:srgbClr val="5EA889"/>
                </a:solidFill>
                <a:latin typeface="NanumGothic"/>
                <a:ea typeface="NanumGothic"/>
                <a:cs typeface="NanumGothic"/>
              </a:rPr>
              <a:t>서버 처리</a:t>
            </a:r>
          </a:p>
        </p:txBody>
      </p:sp>
      <p:sp>
        <p:nvSpPr>
          <p:cNvPr id="9" name="">
            <a:extLst xmlns:a="http://schemas.openxmlformats.org/drawingml/2006/main">
              <a:ext uri="{FF2B5EF4-FFF2-40B4-BE49-F238E27FC236}">
                <a16:creationId xmlns:a16="http://schemas.microsoft.com/office/drawing/2014/main" id="{335BEB52-BA15-48C4-B9B4-A0F861C1138D}"/>
              </a:ext>
            </a:extLst>
          </p:cNvPr>
          <p:cNvSpPr>
            <a:spLocks xmlns:a="http://schemas.openxmlformats.org/drawingml/2006/main" noGrp="1"/>
          </p:cNvSpPr>
          <p:nvPr/>
        </p:nvSpPr>
        <p:spPr>
          <a:xfrm xmlns:a="http://schemas.openxmlformats.org/drawingml/2006/main">
            <a:off x="8115300" y="2152650"/>
            <a:ext cx="323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EA889"/>
                </a:solidFill>
                <a:latin typeface="NanumGothic"/>
                <a:ea typeface="NanumGothic"/>
                <a:cs typeface="NanumGothic"/>
              </a:defRPr>
            </a:pPr>
            <a:r>
              <a:rPr sz="1275" b="1">
                <a:solidFill>
                  <a:srgbClr val="5EA889"/>
                </a:solidFill>
                <a:latin typeface="NanumGothic"/>
                <a:ea typeface="NanumGothic"/>
                <a:cs typeface="NanumGothic"/>
              </a:rPr>
              <a:t>데이터와 외부 호출</a:t>
            </a:r>
          </a:p>
        </p:txBody>
      </p:sp>
      <p:sp>
        <p:nvSpPr>
          <p:cNvPr id="10" name="">
            <a:extLst xmlns:a="http://schemas.openxmlformats.org/drawingml/2006/main">
              <a:ext uri="{FF2B5EF4-FFF2-40B4-BE49-F238E27FC236}">
                <a16:creationId xmlns:a16="http://schemas.microsoft.com/office/drawing/2014/main" id="{0A555266-2DEC-49A7-B8A2-F356F370ADCF}"/>
              </a:ext>
            </a:extLst>
          </p:cNvPr>
          <p:cNvSpPr>
            <a:spLocks xmlns:a="http://schemas.openxmlformats.org/drawingml/2006/main" noGrp="1"/>
          </p:cNvSpPr>
          <p:nvPr/>
        </p:nvSpPr>
        <p:spPr>
          <a:xfrm xmlns:a="http://schemas.openxmlformats.org/drawingml/2006/main">
            <a:off x="781050" y="2571750"/>
            <a:ext cx="2466975" cy="2019300"/>
          </a:xfrm>
          <a:prstGeom xmlns:a="http://schemas.openxmlformats.org/drawingml/2006/main" prst="rect">
            <a:avLst/>
          </a:prstGeom>
          <a:solidFill xmlns:a="http://schemas.openxmlformats.org/drawingml/2006/main">
            <a:srgbClr val="FFFFFF"/>
          </a:solidFill>
          <a:ln xmlns:a="http://schemas.openxmlformats.org/drawingml/2006/main" w="19050">
            <a:solidFill>
              <a:srgbClr val="B9D3C3"/>
            </a:solidFill>
          </a:ln>
        </p:spPr>
      </p:sp>
      <p:sp>
        <p:nvSpPr>
          <p:cNvPr id="11" name="">
            <a:extLst xmlns:a="http://schemas.openxmlformats.org/drawingml/2006/main">
              <a:ext uri="{FF2B5EF4-FFF2-40B4-BE49-F238E27FC236}">
                <a16:creationId xmlns:a16="http://schemas.microsoft.com/office/drawing/2014/main" id="{5A8C8334-6216-4BA3-84AD-BA4243666811}"/>
              </a:ext>
            </a:extLst>
          </p:cNvPr>
          <p:cNvSpPr>
            <a:spLocks xmlns:a="http://schemas.openxmlformats.org/drawingml/2006/main" noGrp="1"/>
          </p:cNvSpPr>
          <p:nvPr/>
        </p:nvSpPr>
        <p:spPr>
          <a:xfrm xmlns:a="http://schemas.openxmlformats.org/drawingml/2006/main">
            <a:off x="952500" y="2743200"/>
            <a:ext cx="2143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93C33"/>
                </a:solidFill>
                <a:latin typeface="NanumGothic"/>
                <a:ea typeface="NanumGothic"/>
                <a:cs typeface="NanumGothic"/>
              </a:defRPr>
            </a:pPr>
            <a:r>
              <a:rPr sz="1875" b="1">
                <a:solidFill>
                  <a:srgbClr val="193C33"/>
                </a:solidFill>
                <a:latin typeface="NanumGothic"/>
                <a:ea typeface="NanumGothic"/>
                <a:cs typeface="NanumGothic"/>
              </a:rPr>
              <a:t>Expo / React Native</a:t>
            </a:r>
          </a:p>
        </p:txBody>
      </p:sp>
      <p:sp>
        <p:nvSpPr>
          <p:cNvPr id="12" name="">
            <a:extLst xmlns:a="http://schemas.openxmlformats.org/drawingml/2006/main">
              <a:ext uri="{FF2B5EF4-FFF2-40B4-BE49-F238E27FC236}">
                <a16:creationId xmlns:a16="http://schemas.microsoft.com/office/drawing/2014/main" id="{B5C1D8C9-D1AD-496A-BA0E-EE4825E0F18E}"/>
              </a:ext>
            </a:extLst>
          </p:cNvPr>
          <p:cNvSpPr>
            <a:spLocks xmlns:a="http://schemas.openxmlformats.org/drawingml/2006/main" noGrp="1"/>
          </p:cNvSpPr>
          <p:nvPr/>
        </p:nvSpPr>
        <p:spPr>
          <a:xfrm xmlns:a="http://schemas.openxmlformats.org/drawingml/2006/main">
            <a:off x="962025" y="3514725"/>
            <a:ext cx="2114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로그인 · 진단 · 학습</a:t>
            </a:r>
          </a:p>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복습 · 통계 · AI 채팅</a:t>
            </a:r>
          </a:p>
        </p:txBody>
      </p:sp>
      <p:sp>
        <p:nvSpPr>
          <p:cNvPr id="13" name="">
            <a:extLst xmlns:a="http://schemas.openxmlformats.org/drawingml/2006/main">
              <a:ext uri="{FF2B5EF4-FFF2-40B4-BE49-F238E27FC236}">
                <a16:creationId xmlns:a16="http://schemas.microsoft.com/office/drawing/2014/main" id="{3DC5C318-0773-4550-B676-13766FFBE323}"/>
              </a:ext>
            </a:extLst>
          </p:cNvPr>
          <p:cNvSpPr>
            <a:spLocks xmlns:a="http://schemas.openxmlformats.org/drawingml/2006/main" noGrp="1"/>
          </p:cNvSpPr>
          <p:nvPr/>
        </p:nvSpPr>
        <p:spPr>
          <a:xfrm xmlns:a="http://schemas.openxmlformats.org/drawingml/2006/main">
            <a:off x="3762375" y="2571750"/>
            <a:ext cx="3552825" cy="2019300"/>
          </a:xfrm>
          <a:prstGeom xmlns:a="http://schemas.openxmlformats.org/drawingml/2006/main" prst="rect">
            <a:avLst/>
          </a:prstGeom>
          <a:solidFill xmlns:a="http://schemas.openxmlformats.org/drawingml/2006/main">
            <a:srgbClr val="E8F2EC"/>
          </a:solidFill>
          <a:ln xmlns:a="http://schemas.openxmlformats.org/drawingml/2006/main" w="19050">
            <a:solidFill>
              <a:srgbClr val="B9D3C3"/>
            </a:solidFill>
          </a:ln>
        </p:spPr>
      </p:sp>
      <p:sp>
        <p:nvSpPr>
          <p:cNvPr id="14" name="">
            <a:extLst xmlns:a="http://schemas.openxmlformats.org/drawingml/2006/main">
              <a:ext uri="{FF2B5EF4-FFF2-40B4-BE49-F238E27FC236}">
                <a16:creationId xmlns:a16="http://schemas.microsoft.com/office/drawing/2014/main" id="{BE8EB2B3-932A-4B4B-BA9A-3FAFEFAA1E8D}"/>
              </a:ext>
            </a:extLst>
          </p:cNvPr>
          <p:cNvSpPr>
            <a:spLocks xmlns:a="http://schemas.openxmlformats.org/drawingml/2006/main" noGrp="1"/>
          </p:cNvSpPr>
          <p:nvPr/>
        </p:nvSpPr>
        <p:spPr>
          <a:xfrm xmlns:a="http://schemas.openxmlformats.org/drawingml/2006/main">
            <a:off x="3952875" y="2743200"/>
            <a:ext cx="3162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93C33"/>
                </a:solidFill>
                <a:latin typeface="NanumGothic"/>
                <a:ea typeface="NanumGothic"/>
                <a:cs typeface="NanumGothic"/>
              </a:defRPr>
            </a:pPr>
            <a:r>
              <a:rPr sz="2025" b="1">
                <a:solidFill>
                  <a:srgbClr val="193C33"/>
                </a:solidFill>
                <a:latin typeface="NanumGothic"/>
                <a:ea typeface="NanumGothic"/>
                <a:cs typeface="NanumGothic"/>
              </a:rPr>
              <a:t>Spring Boot API</a:t>
            </a:r>
          </a:p>
        </p:txBody>
      </p:sp>
      <p:sp>
        <p:nvSpPr>
          <p:cNvPr id="15" name="">
            <a:extLst xmlns:a="http://schemas.openxmlformats.org/drawingml/2006/main">
              <a:ext uri="{FF2B5EF4-FFF2-40B4-BE49-F238E27FC236}">
                <a16:creationId xmlns:a16="http://schemas.microsoft.com/office/drawing/2014/main" id="{58C99BB2-B8C9-413B-A034-9A6FAF5D86D6}"/>
              </a:ext>
            </a:extLst>
          </p:cNvPr>
          <p:cNvSpPr>
            <a:spLocks xmlns:a="http://schemas.openxmlformats.org/drawingml/2006/main" noGrp="1"/>
          </p:cNvSpPr>
          <p:nvPr/>
        </p:nvSpPr>
        <p:spPr>
          <a:xfrm xmlns:a="http://schemas.openxmlformats.org/drawingml/2006/main">
            <a:off x="3952875" y="3533775"/>
            <a:ext cx="3162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인증 필터 → Controller</a:t>
            </a:r>
          </a:p>
          <a:p xmlns:a="http://schemas.openxmlformats.org/drawingml/2006/main">
            <a:pPr algn="l">
              <a:defRPr sz="1425" b="0">
                <a:solidFill>
                  <a:srgbClr val="202B27"/>
                </a:solidFill>
                <a:latin typeface="NanumGothic"/>
                <a:ea typeface="NanumGothic"/>
                <a:cs typeface="NanumGothic"/>
              </a:defRPr>
            </a:pPr>
            <a:r>
              <a:rPr sz="1425" b="0">
                <a:solidFill>
                  <a:srgbClr val="202B27"/>
                </a:solidFill>
                <a:latin typeface="NanumGothic"/>
                <a:ea typeface="NanumGothic"/>
                <a:cs typeface="NanumGothic"/>
              </a:rPr>
              <a:t>학습·보상 Service → Repository</a:t>
            </a:r>
          </a:p>
        </p:txBody>
      </p:sp>
      <p:sp>
        <p:nvSpPr>
          <p:cNvPr id="16" name="">
            <a:extLst xmlns:a="http://schemas.openxmlformats.org/drawingml/2006/main">
              <a:ext uri="{FF2B5EF4-FFF2-40B4-BE49-F238E27FC236}">
                <a16:creationId xmlns:a16="http://schemas.microsoft.com/office/drawing/2014/main" id="{54B20EB9-13F2-40A4-8EE7-C1CB176F9F14}"/>
              </a:ext>
            </a:extLst>
          </p:cNvPr>
          <p:cNvSpPr>
            <a:spLocks xmlns:a="http://schemas.openxmlformats.org/drawingml/2006/main" noGrp="1"/>
          </p:cNvSpPr>
          <p:nvPr/>
        </p:nvSpPr>
        <p:spPr>
          <a:xfrm xmlns:a="http://schemas.openxmlformats.org/drawingml/2006/main">
            <a:off x="8124825" y="2571750"/>
            <a:ext cx="3190875" cy="895350"/>
          </a:xfrm>
          <a:prstGeom xmlns:a="http://schemas.openxmlformats.org/drawingml/2006/main" prst="rect">
            <a:avLst/>
          </a:prstGeom>
          <a:solidFill xmlns:a="http://schemas.openxmlformats.org/drawingml/2006/main">
            <a:srgbClr val="FFFFFF"/>
          </a:solidFill>
          <a:ln xmlns:a="http://schemas.openxmlformats.org/drawingml/2006/main" w="19050">
            <a:solidFill>
              <a:srgbClr val="B9D3C3"/>
            </a:solidFill>
          </a:ln>
        </p:spPr>
      </p:sp>
      <p:sp>
        <p:nvSpPr>
          <p:cNvPr id="17" name="">
            <a:extLst xmlns:a="http://schemas.openxmlformats.org/drawingml/2006/main">
              <a:ext uri="{FF2B5EF4-FFF2-40B4-BE49-F238E27FC236}">
                <a16:creationId xmlns:a16="http://schemas.microsoft.com/office/drawing/2014/main" id="{89012E81-CB99-48FC-8B16-5F00A8B76FA9}"/>
              </a:ext>
            </a:extLst>
          </p:cNvPr>
          <p:cNvSpPr>
            <a:spLocks xmlns:a="http://schemas.openxmlformats.org/drawingml/2006/main" noGrp="1"/>
          </p:cNvSpPr>
          <p:nvPr/>
        </p:nvSpPr>
        <p:spPr>
          <a:xfrm xmlns:a="http://schemas.openxmlformats.org/drawingml/2006/main">
            <a:off x="8315325" y="2686050"/>
            <a:ext cx="2609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93C33"/>
                </a:solidFill>
                <a:latin typeface="NanumGothic"/>
                <a:ea typeface="NanumGothic"/>
                <a:cs typeface="NanumGothic"/>
              </a:defRPr>
            </a:pPr>
            <a:r>
              <a:rPr sz="1725" b="1">
                <a:solidFill>
                  <a:srgbClr val="193C33"/>
                </a:solidFill>
                <a:latin typeface="NanumGothic"/>
                <a:ea typeface="NanumGothic"/>
                <a:cs typeface="NanumGothic"/>
              </a:rPr>
              <a:t>MySQL</a:t>
            </a:r>
          </a:p>
        </p:txBody>
      </p:sp>
      <p:sp>
        <p:nvSpPr>
          <p:cNvPr id="18" name="">
            <a:extLst xmlns:a="http://schemas.openxmlformats.org/drawingml/2006/main">
              <a:ext uri="{FF2B5EF4-FFF2-40B4-BE49-F238E27FC236}">
                <a16:creationId xmlns:a16="http://schemas.microsoft.com/office/drawing/2014/main" id="{19B07D87-6E10-4B89-ACA4-975BC6BD63B9}"/>
              </a:ext>
            </a:extLst>
          </p:cNvPr>
          <p:cNvSpPr>
            <a:spLocks xmlns:a="http://schemas.openxmlformats.org/drawingml/2006/main" noGrp="1"/>
          </p:cNvSpPr>
          <p:nvPr/>
        </p:nvSpPr>
        <p:spPr>
          <a:xfrm xmlns:a="http://schemas.openxmlformats.org/drawingml/2006/main">
            <a:off x="8315325" y="3067050"/>
            <a:ext cx="281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사용자·콘텐츠·학습 기록</a:t>
            </a:r>
          </a:p>
        </p:txBody>
      </p:sp>
      <p:sp>
        <p:nvSpPr>
          <p:cNvPr id="19" name="">
            <a:extLst xmlns:a="http://schemas.openxmlformats.org/drawingml/2006/main">
              <a:ext uri="{FF2B5EF4-FFF2-40B4-BE49-F238E27FC236}">
                <a16:creationId xmlns:a16="http://schemas.microsoft.com/office/drawing/2014/main" id="{A0045A99-1FA2-462A-B44E-B4A4C445CDAC}"/>
              </a:ext>
            </a:extLst>
          </p:cNvPr>
          <p:cNvSpPr>
            <a:spLocks xmlns:a="http://schemas.openxmlformats.org/drawingml/2006/main" noGrp="1"/>
          </p:cNvSpPr>
          <p:nvPr/>
        </p:nvSpPr>
        <p:spPr>
          <a:xfrm xmlns:a="http://schemas.openxmlformats.org/drawingml/2006/main">
            <a:off x="8124825" y="3695700"/>
            <a:ext cx="3190875" cy="895350"/>
          </a:xfrm>
          <a:prstGeom xmlns:a="http://schemas.openxmlformats.org/drawingml/2006/main" prst="rect">
            <a:avLst/>
          </a:prstGeom>
          <a:solidFill xmlns:a="http://schemas.openxmlformats.org/drawingml/2006/main">
            <a:srgbClr val="FFFFFF"/>
          </a:solidFill>
          <a:ln xmlns:a="http://schemas.openxmlformats.org/drawingml/2006/main" w="19050">
            <a:solidFill>
              <a:srgbClr val="B9D3C3"/>
            </a:solidFill>
          </a:ln>
        </p:spPr>
      </p:sp>
      <p:sp>
        <p:nvSpPr>
          <p:cNvPr id="20" name="">
            <a:extLst xmlns:a="http://schemas.openxmlformats.org/drawingml/2006/main">
              <a:ext uri="{FF2B5EF4-FFF2-40B4-BE49-F238E27FC236}">
                <a16:creationId xmlns:a16="http://schemas.microsoft.com/office/drawing/2014/main" id="{D0C6DB07-928F-43B3-A55E-2C197B41165A}"/>
              </a:ext>
            </a:extLst>
          </p:cNvPr>
          <p:cNvSpPr>
            <a:spLocks xmlns:a="http://schemas.openxmlformats.org/drawingml/2006/main" noGrp="1"/>
          </p:cNvSpPr>
          <p:nvPr/>
        </p:nvSpPr>
        <p:spPr>
          <a:xfrm xmlns:a="http://schemas.openxmlformats.org/drawingml/2006/main">
            <a:off x="8315325" y="3810000"/>
            <a:ext cx="2638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93C33"/>
                </a:solidFill>
                <a:latin typeface="NanumGothic"/>
                <a:ea typeface="NanumGothic"/>
                <a:cs typeface="NanumGothic"/>
              </a:defRPr>
            </a:pPr>
            <a:r>
              <a:rPr sz="1725" b="1">
                <a:solidFill>
                  <a:srgbClr val="193C33"/>
                </a:solidFill>
                <a:latin typeface="NanumGothic"/>
                <a:ea typeface="NanumGothic"/>
                <a:cs typeface="NanumGothic"/>
              </a:rPr>
              <a:t>Redis</a:t>
            </a:r>
          </a:p>
        </p:txBody>
      </p:sp>
      <p:sp>
        <p:nvSpPr>
          <p:cNvPr id="21" name="">
            <a:extLst xmlns:a="http://schemas.openxmlformats.org/drawingml/2006/main">
              <a:ext uri="{FF2B5EF4-FFF2-40B4-BE49-F238E27FC236}">
                <a16:creationId xmlns:a16="http://schemas.microsoft.com/office/drawing/2014/main" id="{CCAFE38D-141D-4231-9FF3-011775284F96}"/>
              </a:ext>
            </a:extLst>
          </p:cNvPr>
          <p:cNvSpPr>
            <a:spLocks xmlns:a="http://schemas.openxmlformats.org/drawingml/2006/main" noGrp="1"/>
          </p:cNvSpPr>
          <p:nvPr/>
        </p:nvSpPr>
        <p:spPr>
          <a:xfrm xmlns:a="http://schemas.openxmlformats.org/drawingml/2006/main">
            <a:off x="8315325" y="41719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이메일 인증 코드</a:t>
            </a:r>
          </a:p>
        </p:txBody>
      </p:sp>
      <p:sp>
        <p:nvSpPr>
          <p:cNvPr id="22" name="">
            <a:extLst xmlns:a="http://schemas.openxmlformats.org/drawingml/2006/main">
              <a:ext uri="{FF2B5EF4-FFF2-40B4-BE49-F238E27FC236}">
                <a16:creationId xmlns:a16="http://schemas.microsoft.com/office/drawing/2014/main" id="{FFAD274D-0028-4631-928F-D342C90D2062}"/>
              </a:ext>
            </a:extLst>
          </p:cNvPr>
          <p:cNvSpPr>
            <a:spLocks xmlns:a="http://schemas.openxmlformats.org/drawingml/2006/main" noGrp="1"/>
          </p:cNvSpPr>
          <p:nvPr/>
        </p:nvSpPr>
        <p:spPr>
          <a:xfrm xmlns:a="http://schemas.openxmlformats.org/drawingml/2006/main">
            <a:off x="3286125" y="3571875"/>
            <a:ext cx="419100" cy="0"/>
          </a:xfrm>
          <a:prstGeom xmlns:a="http://schemas.openxmlformats.org/drawingml/2006/main" prst="line">
            <a:avLst/>
          </a:prstGeom>
          <a:noFill xmlns:a="http://schemas.openxmlformats.org/drawingml/2006/main"/>
          <a:ln xmlns:a="http://schemas.openxmlformats.org/drawingml/2006/main" w="28575">
            <a:solidFill>
              <a:srgbClr val="5EA889"/>
            </a:solidFill>
          </a:ln>
        </p:spPr>
      </p:sp>
      <p:sp>
        <p:nvSpPr>
          <p:cNvPr id="23" name="">
            <a:extLst xmlns:a="http://schemas.openxmlformats.org/drawingml/2006/main">
              <a:ext uri="{FF2B5EF4-FFF2-40B4-BE49-F238E27FC236}">
                <a16:creationId xmlns:a16="http://schemas.microsoft.com/office/drawing/2014/main" id="{24A163B8-FADF-4BE0-AA8B-A9F19F74F173}"/>
              </a:ext>
            </a:extLst>
          </p:cNvPr>
          <p:cNvSpPr>
            <a:spLocks xmlns:a="http://schemas.openxmlformats.org/drawingml/2006/main" noGrp="1"/>
          </p:cNvSpPr>
          <p:nvPr/>
        </p:nvSpPr>
        <p:spPr>
          <a:xfrm xmlns:a="http://schemas.openxmlformats.org/drawingml/2006/main">
            <a:off x="7353300" y="3009900"/>
            <a:ext cx="714375" cy="0"/>
          </a:xfrm>
          <a:prstGeom xmlns:a="http://schemas.openxmlformats.org/drawingml/2006/main" prst="line">
            <a:avLst/>
          </a:prstGeom>
          <a:noFill xmlns:a="http://schemas.openxmlformats.org/drawingml/2006/main"/>
          <a:ln xmlns:a="http://schemas.openxmlformats.org/drawingml/2006/main" w="28575">
            <a:solidFill>
              <a:srgbClr val="5EA889"/>
            </a:solidFill>
          </a:ln>
        </p:spPr>
      </p:sp>
      <p:sp>
        <p:nvSpPr>
          <p:cNvPr id="24" name="">
            <a:extLst xmlns:a="http://schemas.openxmlformats.org/drawingml/2006/main">
              <a:ext uri="{FF2B5EF4-FFF2-40B4-BE49-F238E27FC236}">
                <a16:creationId xmlns:a16="http://schemas.microsoft.com/office/drawing/2014/main" id="{822E92CA-6A6D-4DFB-9CB0-22CF10EA2781}"/>
              </a:ext>
            </a:extLst>
          </p:cNvPr>
          <p:cNvSpPr>
            <a:spLocks xmlns:a="http://schemas.openxmlformats.org/drawingml/2006/main" noGrp="1"/>
          </p:cNvSpPr>
          <p:nvPr/>
        </p:nvSpPr>
        <p:spPr>
          <a:xfrm xmlns:a="http://schemas.openxmlformats.org/drawingml/2006/main">
            <a:off x="7353300" y="4143375"/>
            <a:ext cx="714375" cy="0"/>
          </a:xfrm>
          <a:prstGeom xmlns:a="http://schemas.openxmlformats.org/drawingml/2006/main" prst="line">
            <a:avLst/>
          </a:prstGeom>
          <a:noFill xmlns:a="http://schemas.openxmlformats.org/drawingml/2006/main"/>
          <a:ln xmlns:a="http://schemas.openxmlformats.org/drawingml/2006/main" w="28575">
            <a:solidFill>
              <a:srgbClr val="5EA889"/>
            </a:solidFill>
          </a:ln>
        </p:spPr>
      </p:sp>
      <p:sp>
        <p:nvSpPr>
          <p:cNvPr id="25" name="">
            <a:extLst xmlns:a="http://schemas.openxmlformats.org/drawingml/2006/main">
              <a:ext uri="{FF2B5EF4-FFF2-40B4-BE49-F238E27FC236}">
                <a16:creationId xmlns:a16="http://schemas.microsoft.com/office/drawing/2014/main" id="{D2A9C299-D6A1-44B1-8385-625530C34F08}"/>
              </a:ext>
            </a:extLst>
          </p:cNvPr>
          <p:cNvSpPr>
            <a:spLocks xmlns:a="http://schemas.openxmlformats.org/drawingml/2006/main" noGrp="1"/>
          </p:cNvSpPr>
          <p:nvPr/>
        </p:nvSpPr>
        <p:spPr>
          <a:xfrm xmlns:a="http://schemas.openxmlformats.org/drawingml/2006/main">
            <a:off x="3762375" y="5010150"/>
            <a:ext cx="755332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9D3C3"/>
            </a:solidFill>
          </a:ln>
        </p:spPr>
      </p:sp>
      <p:sp>
        <p:nvSpPr>
          <p:cNvPr id="26" name="">
            <a:extLst xmlns:a="http://schemas.openxmlformats.org/drawingml/2006/main">
              <a:ext uri="{FF2B5EF4-FFF2-40B4-BE49-F238E27FC236}">
                <a16:creationId xmlns:a16="http://schemas.microsoft.com/office/drawing/2014/main" id="{405B6D68-9C81-4003-BA38-2CB17118C867}"/>
              </a:ext>
            </a:extLst>
          </p:cNvPr>
          <p:cNvSpPr>
            <a:spLocks xmlns:a="http://schemas.openxmlformats.org/drawingml/2006/main" noGrp="1"/>
          </p:cNvSpPr>
          <p:nvPr/>
        </p:nvSpPr>
        <p:spPr>
          <a:xfrm xmlns:a="http://schemas.openxmlformats.org/drawingml/2006/main">
            <a:off x="3914775" y="5105400"/>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93C33"/>
                </a:solidFill>
                <a:latin typeface="NanumGothic"/>
                <a:ea typeface="NanumGothic"/>
                <a:cs typeface="NanumGothic"/>
              </a:defRPr>
            </a:pPr>
            <a:r>
              <a:rPr sz="1650" b="1">
                <a:solidFill>
                  <a:srgbClr val="193C33"/>
                </a:solidFill>
                <a:latin typeface="NanumGothic"/>
                <a:ea typeface="NanumGothic"/>
                <a:cs typeface="NanumGothic"/>
              </a:rPr>
              <a:t>외부 서비스</a:t>
            </a:r>
          </a:p>
        </p:txBody>
      </p:sp>
      <p:sp>
        <p:nvSpPr>
          <p:cNvPr id="27" name="">
            <a:extLst xmlns:a="http://schemas.openxmlformats.org/drawingml/2006/main">
              <a:ext uri="{FF2B5EF4-FFF2-40B4-BE49-F238E27FC236}">
                <a16:creationId xmlns:a16="http://schemas.microsoft.com/office/drawing/2014/main" id="{BBA270C2-6C3D-4726-BECD-A8A9350AEC01}"/>
              </a:ext>
            </a:extLst>
          </p:cNvPr>
          <p:cNvSpPr>
            <a:spLocks xmlns:a="http://schemas.openxmlformats.org/drawingml/2006/main" noGrp="1"/>
          </p:cNvSpPr>
          <p:nvPr/>
        </p:nvSpPr>
        <p:spPr>
          <a:xfrm xmlns:a="http://schemas.openxmlformats.org/drawingml/2006/main">
            <a:off x="5648325" y="5086350"/>
            <a:ext cx="542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Gemini AI 대화   ·   Tatoeba 오늘의 표현   ·   VoiceRSS 영어 음성</a:t>
            </a:r>
          </a:p>
        </p:txBody>
      </p:sp>
      <p:sp>
        <p:nvSpPr>
          <p:cNvPr id="28" name="">
            <a:extLst xmlns:a="http://schemas.openxmlformats.org/drawingml/2006/main">
              <a:ext uri="{FF2B5EF4-FFF2-40B4-BE49-F238E27FC236}">
                <a16:creationId xmlns:a16="http://schemas.microsoft.com/office/drawing/2014/main" id="{E0BD3F3D-8900-4EC5-A7EE-822236FC0FC4}"/>
              </a:ext>
            </a:extLst>
          </p:cNvPr>
          <p:cNvSpPr>
            <a:spLocks xmlns:a="http://schemas.openxmlformats.org/drawingml/2006/main" noGrp="1"/>
          </p:cNvSpPr>
          <p:nvPr/>
        </p:nvSpPr>
        <p:spPr>
          <a:xfrm xmlns:a="http://schemas.openxmlformats.org/drawingml/2006/main">
            <a:off x="5562600" y="4629150"/>
            <a:ext cx="0" cy="333375"/>
          </a:xfrm>
          <a:prstGeom xmlns:a="http://schemas.openxmlformats.org/drawingml/2006/main" prst="line">
            <a:avLst/>
          </a:prstGeom>
          <a:noFill xmlns:a="http://schemas.openxmlformats.org/drawingml/2006/main"/>
          <a:ln xmlns:a="http://schemas.openxmlformats.org/drawingml/2006/main" w="19050">
            <a:solidFill>
              <a:srgbClr val="5EA889"/>
            </a:solidFill>
          </a:ln>
        </p:spPr>
      </p:sp>
    </p:spTree>
    <p:extLst>
      <p:ext uri="{BB962C8B-B14F-4D97-AF65-F5344CB8AC3E}">
        <p14:creationId xmlns:p14="http://schemas.microsoft.com/office/powerpoint/2010/main" val="586215818"/>
      </p:ext>
    </p:extLst>
  </p:cSld>
</p:sld>
</file>

<file path=ppt/slides/slide13.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D3AD58DF-28EA-4A84-8CFC-5B750B5B60FD}"/>
              </a:ext>
            </a:extLst>
          </p:cNvPr>
          <p:cNvSpPr>
            <a:spLocks xmlns:a="http://schemas.openxmlformats.org/drawingml/2006/main" noGrp="1"/>
          </p:cNvSpPr>
          <p:nvPr/>
        </p:nvSpPr>
        <p:spPr>
          <a:xfrm xmlns:a="http://schemas.openxmlformats.org/drawingml/2006/main">
            <a:off x="723900" y="2952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EA889"/>
                </a:solidFill>
                <a:latin typeface="NanumGothic"/>
                <a:ea typeface="NanumGothic"/>
                <a:cs typeface="NanumGothic"/>
              </a:defRPr>
            </a:pPr>
            <a:r>
              <a:rPr sz="1200" b="1">
                <a:solidFill>
                  <a:srgbClr val="5EA889"/>
                </a:solidFill>
                <a:latin typeface="NanumGothic"/>
                <a:ea typeface="NanumGothic"/>
                <a:cs typeface="NanumGothic"/>
              </a:rPr>
              <a:t>3. 시스템 설계  /  3.2 상세설계</a:t>
            </a:r>
          </a:p>
        </p:txBody>
      </p:sp>
      <p:sp>
        <p:nvSpPr>
          <p:cNvPr id="2" name="">
            <a:extLst xmlns:a="http://schemas.openxmlformats.org/drawingml/2006/main">
              <a:ext uri="{FF2B5EF4-FFF2-40B4-BE49-F238E27FC236}">
                <a16:creationId xmlns:a16="http://schemas.microsoft.com/office/drawing/2014/main" id="{D010F3F2-3F27-42EB-8166-15B14F2A97DA}"/>
              </a:ext>
            </a:extLst>
          </p:cNvPr>
          <p:cNvSpPr>
            <a:spLocks xmlns:a="http://schemas.openxmlformats.org/drawingml/2006/main" noGrp="1"/>
          </p:cNvSpPr>
          <p:nvPr/>
        </p:nvSpPr>
        <p:spPr>
          <a:xfrm xmlns:a="http://schemas.openxmlformats.org/drawingml/2006/main">
            <a:off x="723900" y="714375"/>
            <a:ext cx="10725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93C33"/>
                </a:solidFill>
                <a:latin typeface="NanumGothic"/>
                <a:ea typeface="NanumGothic"/>
                <a:cs typeface="NanumGothic"/>
              </a:defRPr>
            </a:pPr>
            <a:r>
              <a:rPr sz="2925" b="1">
                <a:solidFill>
                  <a:srgbClr val="193C33"/>
                </a:solidFill>
                <a:latin typeface="NanumGothic"/>
                <a:ea typeface="NanumGothic"/>
                <a:cs typeface="NanumGothic"/>
              </a:rPr>
              <a:t>User를 중심으로 학습 기록을 연결</a:t>
            </a:r>
          </a:p>
        </p:txBody>
      </p:sp>
      <p:sp>
        <p:nvSpPr>
          <p:cNvPr id="3" name="">
            <a:extLst xmlns:a="http://schemas.openxmlformats.org/drawingml/2006/main">
              <a:ext uri="{FF2B5EF4-FFF2-40B4-BE49-F238E27FC236}">
                <a16:creationId xmlns:a16="http://schemas.microsoft.com/office/drawing/2014/main" id="{075B0E37-DAA6-48A3-BE8E-57F4762FC3A7}"/>
              </a:ext>
            </a:extLst>
          </p:cNvPr>
          <p:cNvSpPr>
            <a:spLocks xmlns:a="http://schemas.openxmlformats.org/drawingml/2006/main" noGrp="1"/>
          </p:cNvSpPr>
          <p:nvPr/>
        </p:nvSpPr>
        <p:spPr>
          <a:xfrm xmlns:a="http://schemas.openxmlformats.org/drawingml/2006/main">
            <a:off x="733425" y="1466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학습 콘텐츠와 사용자별 진행 데이터는 다른 영역으로 관리</a:t>
            </a:r>
          </a:p>
        </p:txBody>
      </p:sp>
      <p:sp>
        <p:nvSpPr>
          <p:cNvPr id="4" name="">
            <a:extLst xmlns:a="http://schemas.openxmlformats.org/drawingml/2006/main">
              <a:ext uri="{FF2B5EF4-FFF2-40B4-BE49-F238E27FC236}">
                <a16:creationId xmlns:a16="http://schemas.microsoft.com/office/drawing/2014/main" id="{EC944A52-2176-45C4-8A32-2793032AD9AA}"/>
              </a:ext>
            </a:extLst>
          </p:cNvPr>
          <p:cNvSpPr>
            <a:spLocks xmlns:a="http://schemas.openxmlformats.org/drawingml/2006/main" noGrp="1"/>
          </p:cNvSpPr>
          <p:nvPr/>
        </p:nvSpPr>
        <p:spPr>
          <a:xfrm xmlns:a="http://schemas.openxmlformats.org/drawingml/2006/main">
            <a:off x="723900" y="6134100"/>
            <a:ext cx="107346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5" name="">
            <a:extLst xmlns:a="http://schemas.openxmlformats.org/drawingml/2006/main">
              <a:ext uri="{FF2B5EF4-FFF2-40B4-BE49-F238E27FC236}">
                <a16:creationId xmlns:a16="http://schemas.microsoft.com/office/drawing/2014/main" id="{0386710B-2986-4C25-AF02-518E05C71D3D}"/>
              </a:ext>
            </a:extLst>
          </p:cNvPr>
          <p:cNvSpPr>
            <a:spLocks xmlns:a="http://schemas.openxmlformats.org/drawingml/2006/main" noGrp="1"/>
          </p:cNvSpPr>
          <p:nvPr/>
        </p:nvSpPr>
        <p:spPr>
          <a:xfrm xmlns:a="http://schemas.openxmlformats.org/drawingml/2006/main">
            <a:off x="733425" y="62388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607268"/>
                </a:solidFill>
                <a:latin typeface="NanumGothic"/>
                <a:ea typeface="NanumGothic"/>
                <a:cs typeface="NanumGothic"/>
              </a:defRPr>
            </a:pPr>
            <a:r>
              <a:rPr sz="975" b="0">
                <a:solidFill>
                  <a:srgbClr val="607268"/>
                </a:solidFill>
                <a:latin typeface="NanumGothic"/>
                <a:ea typeface="NanumGothic"/>
                <a:cs typeface="NanumGothic"/>
              </a:rPr>
              <a:t>QURVE  /  F시스템 발표</a:t>
            </a:r>
          </a:p>
        </p:txBody>
      </p:sp>
      <p:sp>
        <p:nvSpPr>
          <p:cNvPr id="6" name="">
            <a:extLst xmlns:a="http://schemas.openxmlformats.org/drawingml/2006/main">
              <a:ext uri="{FF2B5EF4-FFF2-40B4-BE49-F238E27FC236}">
                <a16:creationId xmlns:a16="http://schemas.microsoft.com/office/drawing/2014/main" id="{C58411B9-97EA-423C-A606-649AB152B14C}"/>
              </a:ext>
            </a:extLst>
          </p:cNvPr>
          <p:cNvSpPr>
            <a:spLocks xmlns:a="http://schemas.openxmlformats.org/drawingml/2006/main" noGrp="1"/>
          </p:cNvSpPr>
          <p:nvPr/>
        </p:nvSpPr>
        <p:spPr>
          <a:xfrm xmlns:a="http://schemas.openxmlformats.org/drawingml/2006/main">
            <a:off x="10839450" y="6219825"/>
            <a:ext cx="638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5EA889"/>
                </a:solidFill>
                <a:latin typeface="NanumGothic"/>
                <a:ea typeface="NanumGothic"/>
                <a:cs typeface="NanumGothic"/>
              </a:defRPr>
            </a:pPr>
            <a:r>
              <a:rPr sz="1125" b="1">
                <a:solidFill>
                  <a:srgbClr val="5EA889"/>
                </a:solidFill>
                <a:latin typeface="NanumGothic"/>
                <a:ea typeface="NanumGothic"/>
                <a:cs typeface="NanumGothic"/>
              </a:rPr>
              <a:t>13</a:t>
            </a:r>
          </a:p>
        </p:txBody>
      </p:sp>
      <p:sp>
        <p:nvSpPr>
          <p:cNvPr id="7" name="">
            <a:extLst xmlns:a="http://schemas.openxmlformats.org/drawingml/2006/main">
              <a:ext uri="{FF2B5EF4-FFF2-40B4-BE49-F238E27FC236}">
                <a16:creationId xmlns:a16="http://schemas.microsoft.com/office/drawing/2014/main" id="{EC3D864B-73A5-49D2-9658-4ED5E4F392F1}"/>
              </a:ext>
            </a:extLst>
          </p:cNvPr>
          <p:cNvSpPr>
            <a:spLocks xmlns:a="http://schemas.openxmlformats.org/drawingml/2006/main" noGrp="1"/>
          </p:cNvSpPr>
          <p:nvPr/>
        </p:nvSpPr>
        <p:spPr>
          <a:xfrm xmlns:a="http://schemas.openxmlformats.org/drawingml/2006/main">
            <a:off x="781050" y="2847975"/>
            <a:ext cx="2400300" cy="2047875"/>
          </a:xfrm>
          <a:prstGeom xmlns:a="http://schemas.openxmlformats.org/drawingml/2006/main" prst="rect">
            <a:avLst/>
          </a:prstGeom>
          <a:solidFill xmlns:a="http://schemas.openxmlformats.org/drawingml/2006/main">
            <a:srgbClr val="193C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209B231-8DD9-496B-B87A-861DF92FFC3F}"/>
              </a:ext>
            </a:extLst>
          </p:cNvPr>
          <p:cNvSpPr>
            <a:spLocks xmlns:a="http://schemas.openxmlformats.org/drawingml/2006/main" noGrp="1"/>
          </p:cNvSpPr>
          <p:nvPr/>
        </p:nvSpPr>
        <p:spPr>
          <a:xfrm xmlns:a="http://schemas.openxmlformats.org/drawingml/2006/main">
            <a:off x="981075" y="3105150"/>
            <a:ext cx="2047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FFFFF"/>
                </a:solidFill>
                <a:latin typeface="NanumGothic"/>
                <a:ea typeface="NanumGothic"/>
                <a:cs typeface="NanumGothic"/>
              </a:defRPr>
            </a:pPr>
            <a:r>
              <a:rPr sz="2700" b="1">
                <a:solidFill>
                  <a:srgbClr val="FFFFFF"/>
                </a:solidFill>
                <a:latin typeface="NanumGothic"/>
                <a:ea typeface="NanumGothic"/>
                <a:cs typeface="NanumGothic"/>
              </a:rPr>
              <a:t>USER</a:t>
            </a:r>
          </a:p>
        </p:txBody>
      </p:sp>
      <p:sp>
        <p:nvSpPr>
          <p:cNvPr id="9" name="">
            <a:extLst xmlns:a="http://schemas.openxmlformats.org/drawingml/2006/main">
              <a:ext uri="{FF2B5EF4-FFF2-40B4-BE49-F238E27FC236}">
                <a16:creationId xmlns:a16="http://schemas.microsoft.com/office/drawing/2014/main" id="{3A8D6BB1-87D7-4D06-BA63-070143322E5B}"/>
              </a:ext>
            </a:extLst>
          </p:cNvPr>
          <p:cNvSpPr>
            <a:spLocks xmlns:a="http://schemas.openxmlformats.org/drawingml/2006/main" noGrp="1"/>
          </p:cNvSpPr>
          <p:nvPr/>
        </p:nvSpPr>
        <p:spPr>
          <a:xfrm xmlns:a="http://schemas.openxmlformats.org/drawingml/2006/main">
            <a:off x="981075" y="3800475"/>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4DCC8"/>
                </a:solidFill>
                <a:latin typeface="NanumGothic"/>
                <a:ea typeface="NanumGothic"/>
                <a:cs typeface="NanumGothic"/>
              </a:defRPr>
            </a:pPr>
            <a:r>
              <a:rPr sz="1500" b="0">
                <a:solidFill>
                  <a:srgbClr val="B4DCC8"/>
                </a:solidFill>
                <a:latin typeface="NanumGothic"/>
                <a:ea typeface="NanumGothic"/>
                <a:cs typeface="NanumGothic"/>
              </a:rPr>
              <a:t>학습 언어 · 레벨</a:t>
            </a:r>
          </a:p>
          <a:p xmlns:a="http://schemas.openxmlformats.org/drawingml/2006/main">
            <a:pPr algn="l">
              <a:defRPr sz="1500" b="0">
                <a:solidFill>
                  <a:srgbClr val="B4DCC8"/>
                </a:solidFill>
                <a:latin typeface="NanumGothic"/>
                <a:ea typeface="NanumGothic"/>
                <a:cs typeface="NanumGothic"/>
              </a:defRPr>
            </a:pPr>
            <a:r>
              <a:rPr sz="1500" b="0">
                <a:solidFill>
                  <a:srgbClr val="B4DCC8"/>
                </a:solidFill>
                <a:latin typeface="NanumGothic"/>
                <a:ea typeface="NanumGothic"/>
                <a:cs typeface="NanumGothic"/>
              </a:rPr>
              <a:t>계정·목표 정보</a:t>
            </a:r>
          </a:p>
        </p:txBody>
      </p:sp>
      <p:sp>
        <p:nvSpPr>
          <p:cNvPr id="10" name="">
            <a:extLst xmlns:a="http://schemas.openxmlformats.org/drawingml/2006/main">
              <a:ext uri="{FF2B5EF4-FFF2-40B4-BE49-F238E27FC236}">
                <a16:creationId xmlns:a16="http://schemas.microsoft.com/office/drawing/2014/main" id="{C78005C9-CEE8-494E-9E14-F20700D3B913}"/>
              </a:ext>
            </a:extLst>
          </p:cNvPr>
          <p:cNvSpPr>
            <a:spLocks xmlns:a="http://schemas.openxmlformats.org/drawingml/2006/main" noGrp="1"/>
          </p:cNvSpPr>
          <p:nvPr/>
        </p:nvSpPr>
        <p:spPr>
          <a:xfrm xmlns:a="http://schemas.openxmlformats.org/drawingml/2006/main">
            <a:off x="3705225" y="2333625"/>
            <a:ext cx="2266950" cy="1266825"/>
          </a:xfrm>
          <a:prstGeom xmlns:a="http://schemas.openxmlformats.org/drawingml/2006/main" prst="rect">
            <a:avLst/>
          </a:prstGeom>
          <a:solidFill xmlns:a="http://schemas.openxmlformats.org/drawingml/2006/main">
            <a:srgbClr val="E8F2EC"/>
          </a:solidFill>
          <a:ln xmlns:a="http://schemas.openxmlformats.org/drawingml/2006/main" w="9525">
            <a:solidFill>
              <a:srgbClr val="B9D3C3"/>
            </a:solidFill>
          </a:ln>
        </p:spPr>
      </p:sp>
      <p:sp>
        <p:nvSpPr>
          <p:cNvPr id="11" name="">
            <a:extLst xmlns:a="http://schemas.openxmlformats.org/drawingml/2006/main">
              <a:ext uri="{FF2B5EF4-FFF2-40B4-BE49-F238E27FC236}">
                <a16:creationId xmlns:a16="http://schemas.microsoft.com/office/drawing/2014/main" id="{FE4E3BCF-7BCA-4C92-A62D-33B732784FB3}"/>
              </a:ext>
            </a:extLst>
          </p:cNvPr>
          <p:cNvSpPr>
            <a:spLocks xmlns:a="http://schemas.openxmlformats.org/drawingml/2006/main" noGrp="1"/>
          </p:cNvSpPr>
          <p:nvPr/>
        </p:nvSpPr>
        <p:spPr>
          <a:xfrm xmlns:a="http://schemas.openxmlformats.org/drawingml/2006/main">
            <a:off x="3867150" y="2428875"/>
            <a:ext cx="1952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93C33"/>
                </a:solidFill>
                <a:latin typeface="NanumGothic"/>
                <a:ea typeface="NanumGothic"/>
                <a:cs typeface="NanumGothic"/>
              </a:defRPr>
            </a:pPr>
            <a:r>
              <a:rPr sz="1575" b="1">
                <a:solidFill>
                  <a:srgbClr val="193C33"/>
                </a:solidFill>
                <a:latin typeface="NanumGothic"/>
                <a:ea typeface="NanumGothic"/>
                <a:cs typeface="NanumGothic"/>
              </a:rPr>
              <a:t>진단</a:t>
            </a:r>
          </a:p>
        </p:txBody>
      </p:sp>
      <p:sp>
        <p:nvSpPr>
          <p:cNvPr id="12" name="">
            <a:extLst xmlns:a="http://schemas.openxmlformats.org/drawingml/2006/main">
              <a:ext uri="{FF2B5EF4-FFF2-40B4-BE49-F238E27FC236}">
                <a16:creationId xmlns:a16="http://schemas.microsoft.com/office/drawing/2014/main" id="{D4F5731B-F193-4F01-BAC2-2677A1AE5699}"/>
              </a:ext>
            </a:extLst>
          </p:cNvPr>
          <p:cNvSpPr>
            <a:spLocks xmlns:a="http://schemas.openxmlformats.org/drawingml/2006/main" noGrp="1"/>
          </p:cNvSpPr>
          <p:nvPr/>
        </p:nvSpPr>
        <p:spPr>
          <a:xfrm xmlns:a="http://schemas.openxmlformats.org/drawingml/2006/main">
            <a:off x="3867150" y="2847975"/>
            <a:ext cx="19716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LevelTestResult</a:t>
            </a:r>
          </a:p>
        </p:txBody>
      </p:sp>
      <p:sp>
        <p:nvSpPr>
          <p:cNvPr id="13" name="">
            <a:extLst xmlns:a="http://schemas.openxmlformats.org/drawingml/2006/main">
              <a:ext uri="{FF2B5EF4-FFF2-40B4-BE49-F238E27FC236}">
                <a16:creationId xmlns:a16="http://schemas.microsoft.com/office/drawing/2014/main" id="{0A5BE920-88AE-4EB8-9D0A-1C161B6DFCF6}"/>
              </a:ext>
            </a:extLst>
          </p:cNvPr>
          <p:cNvSpPr>
            <a:spLocks xmlns:a="http://schemas.openxmlformats.org/drawingml/2006/main" noGrp="1"/>
          </p:cNvSpPr>
          <p:nvPr/>
        </p:nvSpPr>
        <p:spPr>
          <a:xfrm xmlns:a="http://schemas.openxmlformats.org/drawingml/2006/main">
            <a:off x="6257925" y="2333625"/>
            <a:ext cx="2266950" cy="1266825"/>
          </a:xfrm>
          <a:prstGeom xmlns:a="http://schemas.openxmlformats.org/drawingml/2006/main" prst="rect">
            <a:avLst/>
          </a:prstGeom>
          <a:solidFill xmlns:a="http://schemas.openxmlformats.org/drawingml/2006/main">
            <a:srgbClr val="FFFFFF"/>
          </a:solidFill>
          <a:ln xmlns:a="http://schemas.openxmlformats.org/drawingml/2006/main" w="9525">
            <a:solidFill>
              <a:srgbClr val="B9D3C3"/>
            </a:solidFill>
          </a:ln>
        </p:spPr>
      </p:sp>
      <p:sp>
        <p:nvSpPr>
          <p:cNvPr id="14" name="">
            <a:extLst xmlns:a="http://schemas.openxmlformats.org/drawingml/2006/main">
              <a:ext uri="{FF2B5EF4-FFF2-40B4-BE49-F238E27FC236}">
                <a16:creationId xmlns:a16="http://schemas.microsoft.com/office/drawing/2014/main" id="{C0028D75-5976-4FF7-918C-02C67F5A086E}"/>
              </a:ext>
            </a:extLst>
          </p:cNvPr>
          <p:cNvSpPr>
            <a:spLocks xmlns:a="http://schemas.openxmlformats.org/drawingml/2006/main" noGrp="1"/>
          </p:cNvSpPr>
          <p:nvPr/>
        </p:nvSpPr>
        <p:spPr>
          <a:xfrm xmlns:a="http://schemas.openxmlformats.org/drawingml/2006/main">
            <a:off x="6419850" y="2428875"/>
            <a:ext cx="1952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93C33"/>
                </a:solidFill>
                <a:latin typeface="NanumGothic"/>
                <a:ea typeface="NanumGothic"/>
                <a:cs typeface="NanumGothic"/>
              </a:defRPr>
            </a:pPr>
            <a:r>
              <a:rPr sz="1575" b="1">
                <a:solidFill>
                  <a:srgbClr val="193C33"/>
                </a:solidFill>
                <a:latin typeface="NanumGothic"/>
                <a:ea typeface="NanumGothic"/>
                <a:cs typeface="NanumGothic"/>
              </a:rPr>
              <a:t>문제 풀이</a:t>
            </a:r>
          </a:p>
        </p:txBody>
      </p:sp>
      <p:sp>
        <p:nvSpPr>
          <p:cNvPr id="15" name="">
            <a:extLst xmlns:a="http://schemas.openxmlformats.org/drawingml/2006/main">
              <a:ext uri="{FF2B5EF4-FFF2-40B4-BE49-F238E27FC236}">
                <a16:creationId xmlns:a16="http://schemas.microsoft.com/office/drawing/2014/main" id="{0D0FFC69-AE2D-4229-8704-466A2E60D0C0}"/>
              </a:ext>
            </a:extLst>
          </p:cNvPr>
          <p:cNvSpPr>
            <a:spLocks xmlns:a="http://schemas.openxmlformats.org/drawingml/2006/main" noGrp="1"/>
          </p:cNvSpPr>
          <p:nvPr/>
        </p:nvSpPr>
        <p:spPr>
          <a:xfrm xmlns:a="http://schemas.openxmlformats.org/drawingml/2006/main">
            <a:off x="6419850" y="2847975"/>
            <a:ext cx="19716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ProblemSubmission</a:t>
            </a:r>
          </a:p>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WrongNote</a:t>
            </a:r>
          </a:p>
        </p:txBody>
      </p:sp>
      <p:sp>
        <p:nvSpPr>
          <p:cNvPr id="16" name="">
            <a:extLst xmlns:a="http://schemas.openxmlformats.org/drawingml/2006/main">
              <a:ext uri="{FF2B5EF4-FFF2-40B4-BE49-F238E27FC236}">
                <a16:creationId xmlns:a16="http://schemas.microsoft.com/office/drawing/2014/main" id="{4107505A-EAE7-4228-A72C-B5F3195F3840}"/>
              </a:ext>
            </a:extLst>
          </p:cNvPr>
          <p:cNvSpPr>
            <a:spLocks xmlns:a="http://schemas.openxmlformats.org/drawingml/2006/main" noGrp="1"/>
          </p:cNvSpPr>
          <p:nvPr/>
        </p:nvSpPr>
        <p:spPr>
          <a:xfrm xmlns:a="http://schemas.openxmlformats.org/drawingml/2006/main">
            <a:off x="8810625" y="2333625"/>
            <a:ext cx="2266950" cy="1266825"/>
          </a:xfrm>
          <a:prstGeom xmlns:a="http://schemas.openxmlformats.org/drawingml/2006/main" prst="rect">
            <a:avLst/>
          </a:prstGeom>
          <a:solidFill xmlns:a="http://schemas.openxmlformats.org/drawingml/2006/main">
            <a:srgbClr val="E8F2EC"/>
          </a:solidFill>
          <a:ln xmlns:a="http://schemas.openxmlformats.org/drawingml/2006/main" w="9525">
            <a:solidFill>
              <a:srgbClr val="B9D3C3"/>
            </a:solidFill>
          </a:ln>
        </p:spPr>
      </p:sp>
      <p:sp>
        <p:nvSpPr>
          <p:cNvPr id="17" name="">
            <a:extLst xmlns:a="http://schemas.openxmlformats.org/drawingml/2006/main">
              <a:ext uri="{FF2B5EF4-FFF2-40B4-BE49-F238E27FC236}">
                <a16:creationId xmlns:a16="http://schemas.microsoft.com/office/drawing/2014/main" id="{F259301E-1FBE-40AB-A40B-158E150EA1AE}"/>
              </a:ext>
            </a:extLst>
          </p:cNvPr>
          <p:cNvSpPr>
            <a:spLocks xmlns:a="http://schemas.openxmlformats.org/drawingml/2006/main" noGrp="1"/>
          </p:cNvSpPr>
          <p:nvPr/>
        </p:nvSpPr>
        <p:spPr>
          <a:xfrm xmlns:a="http://schemas.openxmlformats.org/drawingml/2006/main">
            <a:off x="8972550" y="2428875"/>
            <a:ext cx="1952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93C33"/>
                </a:solidFill>
                <a:latin typeface="NanumGothic"/>
                <a:ea typeface="NanumGothic"/>
                <a:cs typeface="NanumGothic"/>
              </a:defRPr>
            </a:pPr>
            <a:r>
              <a:rPr sz="1575" b="1">
                <a:solidFill>
                  <a:srgbClr val="193C33"/>
                </a:solidFill>
                <a:latin typeface="NanumGothic"/>
                <a:ea typeface="NanumGothic"/>
                <a:cs typeface="NanumGothic"/>
              </a:rPr>
              <a:t>단어 학습</a:t>
            </a:r>
          </a:p>
        </p:txBody>
      </p:sp>
      <p:sp>
        <p:nvSpPr>
          <p:cNvPr id="18" name="">
            <a:extLst xmlns:a="http://schemas.openxmlformats.org/drawingml/2006/main">
              <a:ext uri="{FF2B5EF4-FFF2-40B4-BE49-F238E27FC236}">
                <a16:creationId xmlns:a16="http://schemas.microsoft.com/office/drawing/2014/main" id="{94029613-E03A-4837-8549-E77E3CA65166}"/>
              </a:ext>
            </a:extLst>
          </p:cNvPr>
          <p:cNvSpPr>
            <a:spLocks xmlns:a="http://schemas.openxmlformats.org/drawingml/2006/main" noGrp="1"/>
          </p:cNvSpPr>
          <p:nvPr/>
        </p:nvSpPr>
        <p:spPr>
          <a:xfrm xmlns:a="http://schemas.openxmlformats.org/drawingml/2006/main">
            <a:off x="8972550" y="2847975"/>
            <a:ext cx="19716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UnitProgress</a:t>
            </a:r>
          </a:p>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UserWordStudy</a:t>
            </a:r>
          </a:p>
        </p:txBody>
      </p:sp>
      <p:sp>
        <p:nvSpPr>
          <p:cNvPr id="19" name="">
            <a:extLst xmlns:a="http://schemas.openxmlformats.org/drawingml/2006/main">
              <a:ext uri="{FF2B5EF4-FFF2-40B4-BE49-F238E27FC236}">
                <a16:creationId xmlns:a16="http://schemas.microsoft.com/office/drawing/2014/main" id="{44590900-0B7E-4CAC-A84D-862E6E56E890}"/>
              </a:ext>
            </a:extLst>
          </p:cNvPr>
          <p:cNvSpPr>
            <a:spLocks xmlns:a="http://schemas.openxmlformats.org/drawingml/2006/main" noGrp="1"/>
          </p:cNvSpPr>
          <p:nvPr/>
        </p:nvSpPr>
        <p:spPr>
          <a:xfrm xmlns:a="http://schemas.openxmlformats.org/drawingml/2006/main">
            <a:off x="3705225" y="4057650"/>
            <a:ext cx="2266950" cy="1266825"/>
          </a:xfrm>
          <a:prstGeom xmlns:a="http://schemas.openxmlformats.org/drawingml/2006/main" prst="rect">
            <a:avLst/>
          </a:prstGeom>
          <a:solidFill xmlns:a="http://schemas.openxmlformats.org/drawingml/2006/main">
            <a:srgbClr val="FFFFFF"/>
          </a:solidFill>
          <a:ln xmlns:a="http://schemas.openxmlformats.org/drawingml/2006/main" w="9525">
            <a:solidFill>
              <a:srgbClr val="B9D3C3"/>
            </a:solidFill>
          </a:ln>
        </p:spPr>
      </p:sp>
      <p:sp>
        <p:nvSpPr>
          <p:cNvPr id="20" name="">
            <a:extLst xmlns:a="http://schemas.openxmlformats.org/drawingml/2006/main">
              <a:ext uri="{FF2B5EF4-FFF2-40B4-BE49-F238E27FC236}">
                <a16:creationId xmlns:a16="http://schemas.microsoft.com/office/drawing/2014/main" id="{31902D62-0021-4EEA-85ED-BB99ED68DAD3}"/>
              </a:ext>
            </a:extLst>
          </p:cNvPr>
          <p:cNvSpPr>
            <a:spLocks xmlns:a="http://schemas.openxmlformats.org/drawingml/2006/main" noGrp="1"/>
          </p:cNvSpPr>
          <p:nvPr/>
        </p:nvSpPr>
        <p:spPr>
          <a:xfrm xmlns:a="http://schemas.openxmlformats.org/drawingml/2006/main">
            <a:off x="3867150" y="4152900"/>
            <a:ext cx="1952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93C33"/>
                </a:solidFill>
                <a:latin typeface="NanumGothic"/>
                <a:ea typeface="NanumGothic"/>
                <a:cs typeface="NanumGothic"/>
              </a:defRPr>
            </a:pPr>
            <a:r>
              <a:rPr sz="1575" b="1">
                <a:solidFill>
                  <a:srgbClr val="193C33"/>
                </a:solidFill>
                <a:latin typeface="NanumGothic"/>
                <a:ea typeface="NanumGothic"/>
                <a:cs typeface="NanumGothic"/>
              </a:rPr>
              <a:t>습관·성과</a:t>
            </a:r>
          </a:p>
        </p:txBody>
      </p:sp>
      <p:sp>
        <p:nvSpPr>
          <p:cNvPr id="21" name="">
            <a:extLst xmlns:a="http://schemas.openxmlformats.org/drawingml/2006/main">
              <a:ext uri="{FF2B5EF4-FFF2-40B4-BE49-F238E27FC236}">
                <a16:creationId xmlns:a16="http://schemas.microsoft.com/office/drawing/2014/main" id="{1A38B68B-7800-4289-A79A-9CABCD7036A2}"/>
              </a:ext>
            </a:extLst>
          </p:cNvPr>
          <p:cNvSpPr>
            <a:spLocks xmlns:a="http://schemas.openxmlformats.org/drawingml/2006/main" noGrp="1"/>
          </p:cNvSpPr>
          <p:nvPr/>
        </p:nvSpPr>
        <p:spPr>
          <a:xfrm xmlns:a="http://schemas.openxmlformats.org/drawingml/2006/main">
            <a:off x="3867150" y="4572000"/>
            <a:ext cx="19716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AttendanceRecord</a:t>
            </a:r>
          </a:p>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XpHistory · Statistics</a:t>
            </a:r>
          </a:p>
        </p:txBody>
      </p:sp>
      <p:sp>
        <p:nvSpPr>
          <p:cNvPr id="22" name="">
            <a:extLst xmlns:a="http://schemas.openxmlformats.org/drawingml/2006/main">
              <a:ext uri="{FF2B5EF4-FFF2-40B4-BE49-F238E27FC236}">
                <a16:creationId xmlns:a16="http://schemas.microsoft.com/office/drawing/2014/main" id="{5A014356-4FC4-4A1C-B5D1-859AC08B8ADF}"/>
              </a:ext>
            </a:extLst>
          </p:cNvPr>
          <p:cNvSpPr>
            <a:spLocks xmlns:a="http://schemas.openxmlformats.org/drawingml/2006/main" noGrp="1"/>
          </p:cNvSpPr>
          <p:nvPr/>
        </p:nvSpPr>
        <p:spPr>
          <a:xfrm xmlns:a="http://schemas.openxmlformats.org/drawingml/2006/main">
            <a:off x="6257925" y="4057650"/>
            <a:ext cx="2266950" cy="1266825"/>
          </a:xfrm>
          <a:prstGeom xmlns:a="http://schemas.openxmlformats.org/drawingml/2006/main" prst="rect">
            <a:avLst/>
          </a:prstGeom>
          <a:solidFill xmlns:a="http://schemas.openxmlformats.org/drawingml/2006/main">
            <a:srgbClr val="E8F2EC"/>
          </a:solidFill>
          <a:ln xmlns:a="http://schemas.openxmlformats.org/drawingml/2006/main" w="9525">
            <a:solidFill>
              <a:srgbClr val="B9D3C3"/>
            </a:solidFill>
          </a:ln>
        </p:spPr>
      </p:sp>
      <p:sp>
        <p:nvSpPr>
          <p:cNvPr id="23" name="">
            <a:extLst xmlns:a="http://schemas.openxmlformats.org/drawingml/2006/main">
              <a:ext uri="{FF2B5EF4-FFF2-40B4-BE49-F238E27FC236}">
                <a16:creationId xmlns:a16="http://schemas.microsoft.com/office/drawing/2014/main" id="{7BFE019E-54C7-4C2F-93BC-242F25090EA8}"/>
              </a:ext>
            </a:extLst>
          </p:cNvPr>
          <p:cNvSpPr>
            <a:spLocks xmlns:a="http://schemas.openxmlformats.org/drawingml/2006/main" noGrp="1"/>
          </p:cNvSpPr>
          <p:nvPr/>
        </p:nvSpPr>
        <p:spPr>
          <a:xfrm xmlns:a="http://schemas.openxmlformats.org/drawingml/2006/main">
            <a:off x="6419850" y="4152900"/>
            <a:ext cx="1952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93C33"/>
                </a:solidFill>
                <a:latin typeface="NanumGothic"/>
                <a:ea typeface="NanumGothic"/>
                <a:cs typeface="NanumGothic"/>
              </a:defRPr>
            </a:pPr>
            <a:r>
              <a:rPr sz="1575" b="1">
                <a:solidFill>
                  <a:srgbClr val="193C33"/>
                </a:solidFill>
                <a:latin typeface="NanumGothic"/>
                <a:ea typeface="NanumGothic"/>
                <a:cs typeface="NanumGothic"/>
              </a:rPr>
              <a:t>대화</a:t>
            </a:r>
          </a:p>
        </p:txBody>
      </p:sp>
      <p:sp>
        <p:nvSpPr>
          <p:cNvPr id="24" name="">
            <a:extLst xmlns:a="http://schemas.openxmlformats.org/drawingml/2006/main">
              <a:ext uri="{FF2B5EF4-FFF2-40B4-BE49-F238E27FC236}">
                <a16:creationId xmlns:a16="http://schemas.microsoft.com/office/drawing/2014/main" id="{C67214E5-D29D-489F-B06A-4DAFDF8201F9}"/>
              </a:ext>
            </a:extLst>
          </p:cNvPr>
          <p:cNvSpPr>
            <a:spLocks xmlns:a="http://schemas.openxmlformats.org/drawingml/2006/main" noGrp="1"/>
          </p:cNvSpPr>
          <p:nvPr/>
        </p:nvSpPr>
        <p:spPr>
          <a:xfrm xmlns:a="http://schemas.openxmlformats.org/drawingml/2006/main">
            <a:off x="6419850" y="4572000"/>
            <a:ext cx="19716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AiChatRoom</a:t>
            </a:r>
          </a:p>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AiChatMessage</a:t>
            </a:r>
          </a:p>
        </p:txBody>
      </p:sp>
      <p:sp>
        <p:nvSpPr>
          <p:cNvPr id="25" name="">
            <a:extLst xmlns:a="http://schemas.openxmlformats.org/drawingml/2006/main">
              <a:ext uri="{FF2B5EF4-FFF2-40B4-BE49-F238E27FC236}">
                <a16:creationId xmlns:a16="http://schemas.microsoft.com/office/drawing/2014/main" id="{05084D9E-65BF-41FE-B69F-9FD885C47A3D}"/>
              </a:ext>
            </a:extLst>
          </p:cNvPr>
          <p:cNvSpPr>
            <a:spLocks xmlns:a="http://schemas.openxmlformats.org/drawingml/2006/main" noGrp="1"/>
          </p:cNvSpPr>
          <p:nvPr/>
        </p:nvSpPr>
        <p:spPr>
          <a:xfrm xmlns:a="http://schemas.openxmlformats.org/drawingml/2006/main">
            <a:off x="8810625" y="4057650"/>
            <a:ext cx="2266950" cy="1266825"/>
          </a:xfrm>
          <a:prstGeom xmlns:a="http://schemas.openxmlformats.org/drawingml/2006/main" prst="rect">
            <a:avLst/>
          </a:prstGeom>
          <a:solidFill xmlns:a="http://schemas.openxmlformats.org/drawingml/2006/main">
            <a:srgbClr val="FFFFFF"/>
          </a:solidFill>
          <a:ln xmlns:a="http://schemas.openxmlformats.org/drawingml/2006/main" w="9525">
            <a:solidFill>
              <a:srgbClr val="B9D3C3"/>
            </a:solidFill>
          </a:ln>
        </p:spPr>
      </p:sp>
      <p:sp>
        <p:nvSpPr>
          <p:cNvPr id="26" name="">
            <a:extLst xmlns:a="http://schemas.openxmlformats.org/drawingml/2006/main">
              <a:ext uri="{FF2B5EF4-FFF2-40B4-BE49-F238E27FC236}">
                <a16:creationId xmlns:a16="http://schemas.microsoft.com/office/drawing/2014/main" id="{ACDCD6B7-FAF9-4D84-B925-F906AB8BA7F8}"/>
              </a:ext>
            </a:extLst>
          </p:cNvPr>
          <p:cNvSpPr>
            <a:spLocks xmlns:a="http://schemas.openxmlformats.org/drawingml/2006/main" noGrp="1"/>
          </p:cNvSpPr>
          <p:nvPr/>
        </p:nvSpPr>
        <p:spPr>
          <a:xfrm xmlns:a="http://schemas.openxmlformats.org/drawingml/2006/main">
            <a:off x="8972550" y="4152900"/>
            <a:ext cx="1952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93C33"/>
                </a:solidFill>
                <a:latin typeface="NanumGothic"/>
                <a:ea typeface="NanumGothic"/>
                <a:cs typeface="NanumGothic"/>
              </a:defRPr>
            </a:pPr>
            <a:r>
              <a:rPr sz="1575" b="1">
                <a:solidFill>
                  <a:srgbClr val="193C33"/>
                </a:solidFill>
                <a:latin typeface="NanumGothic"/>
                <a:ea typeface="NanumGothic"/>
                <a:cs typeface="NanumGothic"/>
              </a:rPr>
              <a:t>목표</a:t>
            </a:r>
          </a:p>
        </p:txBody>
      </p:sp>
      <p:sp>
        <p:nvSpPr>
          <p:cNvPr id="27" name="">
            <a:extLst xmlns:a="http://schemas.openxmlformats.org/drawingml/2006/main">
              <a:ext uri="{FF2B5EF4-FFF2-40B4-BE49-F238E27FC236}">
                <a16:creationId xmlns:a16="http://schemas.microsoft.com/office/drawing/2014/main" id="{A8AAEBC8-1146-43DD-8EFE-F63091BEC25A}"/>
              </a:ext>
            </a:extLst>
          </p:cNvPr>
          <p:cNvSpPr>
            <a:spLocks xmlns:a="http://schemas.openxmlformats.org/drawingml/2006/main" noGrp="1"/>
          </p:cNvSpPr>
          <p:nvPr/>
        </p:nvSpPr>
        <p:spPr>
          <a:xfrm xmlns:a="http://schemas.openxmlformats.org/drawingml/2006/main">
            <a:off x="8972550" y="4572000"/>
            <a:ext cx="19716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Challenge</a:t>
            </a:r>
          </a:p>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ChallengeProgress</a:t>
            </a:r>
          </a:p>
        </p:txBody>
      </p:sp>
      <p:sp>
        <p:nvSpPr>
          <p:cNvPr id="28" name="">
            <a:extLst xmlns:a="http://schemas.openxmlformats.org/drawingml/2006/main">
              <a:ext uri="{FF2B5EF4-FFF2-40B4-BE49-F238E27FC236}">
                <a16:creationId xmlns:a16="http://schemas.microsoft.com/office/drawing/2014/main" id="{B4A90CBD-BC52-4AF3-A485-A4788920515E}"/>
              </a:ext>
            </a:extLst>
          </p:cNvPr>
          <p:cNvSpPr>
            <a:spLocks xmlns:a="http://schemas.openxmlformats.org/drawingml/2006/main" noGrp="1"/>
          </p:cNvSpPr>
          <p:nvPr/>
        </p:nvSpPr>
        <p:spPr>
          <a:xfrm xmlns:a="http://schemas.openxmlformats.org/drawingml/2006/main">
            <a:off x="3181350" y="3857625"/>
            <a:ext cx="7886700" cy="0"/>
          </a:xfrm>
          <a:prstGeom xmlns:a="http://schemas.openxmlformats.org/drawingml/2006/main" prst="line">
            <a:avLst/>
          </a:prstGeom>
          <a:noFill xmlns:a="http://schemas.openxmlformats.org/drawingml/2006/main"/>
          <a:ln xmlns:a="http://schemas.openxmlformats.org/drawingml/2006/main" w="19050">
            <a:solidFill>
              <a:srgbClr val="5EA889"/>
            </a:solidFill>
          </a:ln>
        </p:spPr>
      </p:sp>
      <p:sp>
        <p:nvSpPr>
          <p:cNvPr id="29" name="">
            <a:extLst xmlns:a="http://schemas.openxmlformats.org/drawingml/2006/main">
              <a:ext uri="{FF2B5EF4-FFF2-40B4-BE49-F238E27FC236}">
                <a16:creationId xmlns:a16="http://schemas.microsoft.com/office/drawing/2014/main" id="{C6011D46-6364-45EF-8496-1364ABB52A46}"/>
              </a:ext>
            </a:extLst>
          </p:cNvPr>
          <p:cNvSpPr>
            <a:spLocks xmlns:a="http://schemas.openxmlformats.org/drawingml/2006/main" noGrp="1"/>
          </p:cNvSpPr>
          <p:nvPr/>
        </p:nvSpPr>
        <p:spPr>
          <a:xfrm xmlns:a="http://schemas.openxmlformats.org/drawingml/2006/main">
            <a:off x="4838700" y="3600450"/>
            <a:ext cx="0" cy="257175"/>
          </a:xfrm>
          <a:prstGeom xmlns:a="http://schemas.openxmlformats.org/drawingml/2006/main" prst="line">
            <a:avLst/>
          </a:prstGeom>
          <a:noFill xmlns:a="http://schemas.openxmlformats.org/drawingml/2006/main"/>
          <a:ln xmlns:a="http://schemas.openxmlformats.org/drawingml/2006/main" w="19050">
            <a:solidFill>
              <a:srgbClr val="5EA889"/>
            </a:solidFill>
          </a:ln>
        </p:spPr>
      </p:sp>
      <p:sp>
        <p:nvSpPr>
          <p:cNvPr id="30" name="">
            <a:extLst xmlns:a="http://schemas.openxmlformats.org/drawingml/2006/main">
              <a:ext uri="{FF2B5EF4-FFF2-40B4-BE49-F238E27FC236}">
                <a16:creationId xmlns:a16="http://schemas.microsoft.com/office/drawing/2014/main" id="{3ACBE958-234A-4506-9193-786A0C0FE4A4}"/>
              </a:ext>
            </a:extLst>
          </p:cNvPr>
          <p:cNvSpPr>
            <a:spLocks xmlns:a="http://schemas.openxmlformats.org/drawingml/2006/main" noGrp="1"/>
          </p:cNvSpPr>
          <p:nvPr/>
        </p:nvSpPr>
        <p:spPr>
          <a:xfrm xmlns:a="http://schemas.openxmlformats.org/drawingml/2006/main">
            <a:off x="4838700" y="3857625"/>
            <a:ext cx="0" cy="200025"/>
          </a:xfrm>
          <a:prstGeom xmlns:a="http://schemas.openxmlformats.org/drawingml/2006/main" prst="line">
            <a:avLst/>
          </a:prstGeom>
          <a:noFill xmlns:a="http://schemas.openxmlformats.org/drawingml/2006/main"/>
          <a:ln xmlns:a="http://schemas.openxmlformats.org/drawingml/2006/main" w="19050">
            <a:solidFill>
              <a:srgbClr val="5EA889"/>
            </a:solidFill>
          </a:ln>
        </p:spPr>
      </p:sp>
      <p:sp>
        <p:nvSpPr>
          <p:cNvPr id="31" name="">
            <a:extLst xmlns:a="http://schemas.openxmlformats.org/drawingml/2006/main">
              <a:ext uri="{FF2B5EF4-FFF2-40B4-BE49-F238E27FC236}">
                <a16:creationId xmlns:a16="http://schemas.microsoft.com/office/drawing/2014/main" id="{6980F225-736D-412F-9806-22F486508BA4}"/>
              </a:ext>
            </a:extLst>
          </p:cNvPr>
          <p:cNvSpPr>
            <a:spLocks xmlns:a="http://schemas.openxmlformats.org/drawingml/2006/main" noGrp="1"/>
          </p:cNvSpPr>
          <p:nvPr/>
        </p:nvSpPr>
        <p:spPr>
          <a:xfrm xmlns:a="http://schemas.openxmlformats.org/drawingml/2006/main">
            <a:off x="7391400" y="3600450"/>
            <a:ext cx="0" cy="257175"/>
          </a:xfrm>
          <a:prstGeom xmlns:a="http://schemas.openxmlformats.org/drawingml/2006/main" prst="line">
            <a:avLst/>
          </a:prstGeom>
          <a:noFill xmlns:a="http://schemas.openxmlformats.org/drawingml/2006/main"/>
          <a:ln xmlns:a="http://schemas.openxmlformats.org/drawingml/2006/main" w="19050">
            <a:solidFill>
              <a:srgbClr val="5EA889"/>
            </a:solidFill>
          </a:ln>
        </p:spPr>
      </p:sp>
      <p:sp>
        <p:nvSpPr>
          <p:cNvPr id="32" name="">
            <a:extLst xmlns:a="http://schemas.openxmlformats.org/drawingml/2006/main">
              <a:ext uri="{FF2B5EF4-FFF2-40B4-BE49-F238E27FC236}">
                <a16:creationId xmlns:a16="http://schemas.microsoft.com/office/drawing/2014/main" id="{48F78E89-F39E-4A4A-95D2-2E41FD6E20C1}"/>
              </a:ext>
            </a:extLst>
          </p:cNvPr>
          <p:cNvSpPr>
            <a:spLocks xmlns:a="http://schemas.openxmlformats.org/drawingml/2006/main" noGrp="1"/>
          </p:cNvSpPr>
          <p:nvPr/>
        </p:nvSpPr>
        <p:spPr>
          <a:xfrm xmlns:a="http://schemas.openxmlformats.org/drawingml/2006/main">
            <a:off x="7391400" y="3857625"/>
            <a:ext cx="0" cy="200025"/>
          </a:xfrm>
          <a:prstGeom xmlns:a="http://schemas.openxmlformats.org/drawingml/2006/main" prst="line">
            <a:avLst/>
          </a:prstGeom>
          <a:noFill xmlns:a="http://schemas.openxmlformats.org/drawingml/2006/main"/>
          <a:ln xmlns:a="http://schemas.openxmlformats.org/drawingml/2006/main" w="19050">
            <a:solidFill>
              <a:srgbClr val="5EA889"/>
            </a:solidFill>
          </a:ln>
        </p:spPr>
      </p:sp>
      <p:sp>
        <p:nvSpPr>
          <p:cNvPr id="33" name="">
            <a:extLst xmlns:a="http://schemas.openxmlformats.org/drawingml/2006/main">
              <a:ext uri="{FF2B5EF4-FFF2-40B4-BE49-F238E27FC236}">
                <a16:creationId xmlns:a16="http://schemas.microsoft.com/office/drawing/2014/main" id="{A1116D26-F704-41BF-BA29-59528E224768}"/>
              </a:ext>
            </a:extLst>
          </p:cNvPr>
          <p:cNvSpPr>
            <a:spLocks xmlns:a="http://schemas.openxmlformats.org/drawingml/2006/main" noGrp="1"/>
          </p:cNvSpPr>
          <p:nvPr/>
        </p:nvSpPr>
        <p:spPr>
          <a:xfrm xmlns:a="http://schemas.openxmlformats.org/drawingml/2006/main">
            <a:off x="9944100" y="3600450"/>
            <a:ext cx="0" cy="257175"/>
          </a:xfrm>
          <a:prstGeom xmlns:a="http://schemas.openxmlformats.org/drawingml/2006/main" prst="line">
            <a:avLst/>
          </a:prstGeom>
          <a:noFill xmlns:a="http://schemas.openxmlformats.org/drawingml/2006/main"/>
          <a:ln xmlns:a="http://schemas.openxmlformats.org/drawingml/2006/main" w="19050">
            <a:solidFill>
              <a:srgbClr val="5EA889"/>
            </a:solidFill>
          </a:ln>
        </p:spPr>
      </p:sp>
      <p:sp>
        <p:nvSpPr>
          <p:cNvPr id="34" name="">
            <a:extLst xmlns:a="http://schemas.openxmlformats.org/drawingml/2006/main">
              <a:ext uri="{FF2B5EF4-FFF2-40B4-BE49-F238E27FC236}">
                <a16:creationId xmlns:a16="http://schemas.microsoft.com/office/drawing/2014/main" id="{D0A8248D-FCEA-4F0D-878B-3705DC37F2B2}"/>
              </a:ext>
            </a:extLst>
          </p:cNvPr>
          <p:cNvSpPr>
            <a:spLocks xmlns:a="http://schemas.openxmlformats.org/drawingml/2006/main" noGrp="1"/>
          </p:cNvSpPr>
          <p:nvPr/>
        </p:nvSpPr>
        <p:spPr>
          <a:xfrm xmlns:a="http://schemas.openxmlformats.org/drawingml/2006/main">
            <a:off x="9944100" y="3857625"/>
            <a:ext cx="0" cy="200025"/>
          </a:xfrm>
          <a:prstGeom xmlns:a="http://schemas.openxmlformats.org/drawingml/2006/main" prst="line">
            <a:avLst/>
          </a:prstGeom>
          <a:noFill xmlns:a="http://schemas.openxmlformats.org/drawingml/2006/main"/>
          <a:ln xmlns:a="http://schemas.openxmlformats.org/drawingml/2006/main" w="19050">
            <a:solidFill>
              <a:srgbClr val="5EA889"/>
            </a:solidFill>
          </a:ln>
        </p:spPr>
      </p:sp>
      <p:sp>
        <p:nvSpPr>
          <p:cNvPr id="35" name="">
            <a:extLst xmlns:a="http://schemas.openxmlformats.org/drawingml/2006/main">
              <a:ext uri="{FF2B5EF4-FFF2-40B4-BE49-F238E27FC236}">
                <a16:creationId xmlns:a16="http://schemas.microsoft.com/office/drawing/2014/main" id="{E7563330-DB6E-4933-8458-AD047E6CD187}"/>
              </a:ext>
            </a:extLst>
          </p:cNvPr>
          <p:cNvSpPr>
            <a:spLocks xmlns:a="http://schemas.openxmlformats.org/drawingml/2006/main" noGrp="1"/>
          </p:cNvSpPr>
          <p:nvPr/>
        </p:nvSpPr>
        <p:spPr>
          <a:xfrm xmlns:a="http://schemas.openxmlformats.org/drawingml/2006/main">
            <a:off x="800100" y="5638800"/>
            <a:ext cx="10306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244A3D"/>
                </a:solidFill>
                <a:latin typeface="NanumGothic"/>
                <a:ea typeface="NanumGothic"/>
                <a:cs typeface="NanumGothic"/>
              </a:defRPr>
            </a:pPr>
            <a:r>
              <a:rPr sz="1350" b="0">
                <a:solidFill>
                  <a:srgbClr val="244A3D"/>
                </a:solidFill>
                <a:latin typeface="NanumGothic"/>
                <a:ea typeface="NanumGothic"/>
                <a:cs typeface="NanumGothic"/>
              </a:rPr>
              <a:t>관계의 기준: 사용자 1명에 여러 제출·진행·대화·챌린지 기록</a:t>
            </a:r>
          </a:p>
        </p:txBody>
      </p:sp>
    </p:spTree>
    <p:extLst>
      <p:ext uri="{BB962C8B-B14F-4D97-AF65-F5344CB8AC3E}">
        <p14:creationId xmlns:p14="http://schemas.microsoft.com/office/powerpoint/2010/main" val="1182119834"/>
      </p:ext>
    </p:extLst>
  </p:cSld>
</p:sld>
</file>

<file path=ppt/slides/slide14.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767A8DC-7412-4221-937F-9F6F527C1C85}"/>
              </a:ext>
            </a:extLst>
          </p:cNvPr>
          <p:cNvSpPr>
            <a:spLocks xmlns:a="http://schemas.openxmlformats.org/drawingml/2006/main" noGrp="1"/>
          </p:cNvSpPr>
          <p:nvPr/>
        </p:nvSpPr>
        <p:spPr>
          <a:xfrm xmlns:a="http://schemas.openxmlformats.org/drawingml/2006/main">
            <a:off x="723900" y="2952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EA889"/>
                </a:solidFill>
                <a:latin typeface="NanumGothic"/>
                <a:ea typeface="NanumGothic"/>
                <a:cs typeface="NanumGothic"/>
              </a:defRPr>
            </a:pPr>
            <a:r>
              <a:rPr sz="1200" b="1">
                <a:solidFill>
                  <a:srgbClr val="5EA889"/>
                </a:solidFill>
                <a:latin typeface="NanumGothic"/>
                <a:ea typeface="NanumGothic"/>
                <a:cs typeface="NanumGothic"/>
              </a:rPr>
              <a:t>3. 시스템 설계  /  3.2 상세설계</a:t>
            </a:r>
          </a:p>
        </p:txBody>
      </p:sp>
      <p:sp>
        <p:nvSpPr>
          <p:cNvPr id="2" name="">
            <a:extLst xmlns:a="http://schemas.openxmlformats.org/drawingml/2006/main">
              <a:ext uri="{FF2B5EF4-FFF2-40B4-BE49-F238E27FC236}">
                <a16:creationId xmlns:a16="http://schemas.microsoft.com/office/drawing/2014/main" id="{6C07B5AC-9A93-49B9-B9D7-DDE2953949CB}"/>
              </a:ext>
            </a:extLst>
          </p:cNvPr>
          <p:cNvSpPr>
            <a:spLocks xmlns:a="http://schemas.openxmlformats.org/drawingml/2006/main" noGrp="1"/>
          </p:cNvSpPr>
          <p:nvPr/>
        </p:nvSpPr>
        <p:spPr>
          <a:xfrm xmlns:a="http://schemas.openxmlformats.org/drawingml/2006/main">
            <a:off x="723900" y="714375"/>
            <a:ext cx="10725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93C33"/>
                </a:solidFill>
                <a:latin typeface="NanumGothic"/>
                <a:ea typeface="NanumGothic"/>
                <a:cs typeface="NanumGothic"/>
              </a:defRPr>
            </a:pPr>
            <a:r>
              <a:rPr sz="2925" b="1">
                <a:solidFill>
                  <a:srgbClr val="193C33"/>
                </a:solidFill>
                <a:latin typeface="NanumGothic"/>
                <a:ea typeface="NanumGothic"/>
                <a:cs typeface="NanumGothic"/>
              </a:rPr>
              <a:t>답안 제출과 세트 완료를 별도로 검증</a:t>
            </a:r>
          </a:p>
        </p:txBody>
      </p:sp>
      <p:sp>
        <p:nvSpPr>
          <p:cNvPr id="3" name="">
            <a:extLst xmlns:a="http://schemas.openxmlformats.org/drawingml/2006/main">
              <a:ext uri="{FF2B5EF4-FFF2-40B4-BE49-F238E27FC236}">
                <a16:creationId xmlns:a16="http://schemas.microsoft.com/office/drawing/2014/main" id="{270A7D81-955E-4347-94E5-B284D0A20C23}"/>
              </a:ext>
            </a:extLst>
          </p:cNvPr>
          <p:cNvSpPr>
            <a:spLocks xmlns:a="http://schemas.openxmlformats.org/drawingml/2006/main" noGrp="1"/>
          </p:cNvSpPr>
          <p:nvPr/>
        </p:nvSpPr>
        <p:spPr>
          <a:xfrm xmlns:a="http://schemas.openxmlformats.org/drawingml/2006/main">
            <a:off x="733425" y="1466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한 문제의 기록과 한 세트의 완료 보상은 서로 다른 저장 단위</a:t>
            </a:r>
          </a:p>
        </p:txBody>
      </p:sp>
      <p:sp>
        <p:nvSpPr>
          <p:cNvPr id="4" name="">
            <a:extLst xmlns:a="http://schemas.openxmlformats.org/drawingml/2006/main">
              <a:ext uri="{FF2B5EF4-FFF2-40B4-BE49-F238E27FC236}">
                <a16:creationId xmlns:a16="http://schemas.microsoft.com/office/drawing/2014/main" id="{AAE26F37-85D5-4923-A822-EE3C5A502396}"/>
              </a:ext>
            </a:extLst>
          </p:cNvPr>
          <p:cNvSpPr>
            <a:spLocks xmlns:a="http://schemas.openxmlformats.org/drawingml/2006/main" noGrp="1"/>
          </p:cNvSpPr>
          <p:nvPr/>
        </p:nvSpPr>
        <p:spPr>
          <a:xfrm xmlns:a="http://schemas.openxmlformats.org/drawingml/2006/main">
            <a:off x="723900" y="6134100"/>
            <a:ext cx="107346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5" name="">
            <a:extLst xmlns:a="http://schemas.openxmlformats.org/drawingml/2006/main">
              <a:ext uri="{FF2B5EF4-FFF2-40B4-BE49-F238E27FC236}">
                <a16:creationId xmlns:a16="http://schemas.microsoft.com/office/drawing/2014/main" id="{CC7BDAE5-D321-471B-AA68-0DC99AF818D2}"/>
              </a:ext>
            </a:extLst>
          </p:cNvPr>
          <p:cNvSpPr>
            <a:spLocks xmlns:a="http://schemas.openxmlformats.org/drawingml/2006/main" noGrp="1"/>
          </p:cNvSpPr>
          <p:nvPr/>
        </p:nvSpPr>
        <p:spPr>
          <a:xfrm xmlns:a="http://schemas.openxmlformats.org/drawingml/2006/main">
            <a:off x="733425" y="62388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607268"/>
                </a:solidFill>
                <a:latin typeface="NanumGothic"/>
                <a:ea typeface="NanumGothic"/>
                <a:cs typeface="NanumGothic"/>
              </a:defRPr>
            </a:pPr>
            <a:r>
              <a:rPr sz="975" b="0">
                <a:solidFill>
                  <a:srgbClr val="607268"/>
                </a:solidFill>
                <a:latin typeface="NanumGothic"/>
                <a:ea typeface="NanumGothic"/>
                <a:cs typeface="NanumGothic"/>
              </a:rPr>
              <a:t>QURVE  /  F시스템 발표</a:t>
            </a:r>
          </a:p>
        </p:txBody>
      </p:sp>
      <p:sp>
        <p:nvSpPr>
          <p:cNvPr id="6" name="">
            <a:extLst xmlns:a="http://schemas.openxmlformats.org/drawingml/2006/main">
              <a:ext uri="{FF2B5EF4-FFF2-40B4-BE49-F238E27FC236}">
                <a16:creationId xmlns:a16="http://schemas.microsoft.com/office/drawing/2014/main" id="{62131906-3DFD-441A-B0F3-D981CBDC5586}"/>
              </a:ext>
            </a:extLst>
          </p:cNvPr>
          <p:cNvSpPr>
            <a:spLocks xmlns:a="http://schemas.openxmlformats.org/drawingml/2006/main" noGrp="1"/>
          </p:cNvSpPr>
          <p:nvPr/>
        </p:nvSpPr>
        <p:spPr>
          <a:xfrm xmlns:a="http://schemas.openxmlformats.org/drawingml/2006/main">
            <a:off x="10839450" y="6219825"/>
            <a:ext cx="638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5EA889"/>
                </a:solidFill>
                <a:latin typeface="NanumGothic"/>
                <a:ea typeface="NanumGothic"/>
                <a:cs typeface="NanumGothic"/>
              </a:defRPr>
            </a:pPr>
            <a:r>
              <a:rPr sz="1125" b="1">
                <a:solidFill>
                  <a:srgbClr val="5EA889"/>
                </a:solidFill>
                <a:latin typeface="NanumGothic"/>
                <a:ea typeface="NanumGothic"/>
                <a:cs typeface="NanumGothic"/>
              </a:rPr>
              <a:t>14</a:t>
            </a:r>
          </a:p>
        </p:txBody>
      </p:sp>
      <p:sp>
        <p:nvSpPr>
          <p:cNvPr id="7" name="">
            <a:extLst xmlns:a="http://schemas.openxmlformats.org/drawingml/2006/main">
              <a:ext uri="{FF2B5EF4-FFF2-40B4-BE49-F238E27FC236}">
                <a16:creationId xmlns:a16="http://schemas.microsoft.com/office/drawing/2014/main" id="{B29E8BF8-9492-4BED-BDC0-801ABC4807EF}"/>
              </a:ext>
            </a:extLst>
          </p:cNvPr>
          <p:cNvSpPr>
            <a:spLocks xmlns:a="http://schemas.openxmlformats.org/drawingml/2006/main" noGrp="1"/>
          </p:cNvSpPr>
          <p:nvPr/>
        </p:nvSpPr>
        <p:spPr>
          <a:xfrm xmlns:a="http://schemas.openxmlformats.org/drawingml/2006/main">
            <a:off x="800100" y="2238375"/>
            <a:ext cx="4191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EA889"/>
                </a:solidFill>
                <a:latin typeface="NanumGothic"/>
                <a:ea typeface="NanumGothic"/>
                <a:cs typeface="NanumGothic"/>
              </a:defRPr>
            </a:pPr>
            <a:r>
              <a:rPr sz="1275" b="1">
                <a:solidFill>
                  <a:srgbClr val="5EA889"/>
                </a:solidFill>
                <a:latin typeface="NanumGothic"/>
                <a:ea typeface="NanumGothic"/>
                <a:cs typeface="NanumGothic"/>
              </a:rPr>
              <a:t>문제 답안 제출</a:t>
            </a:r>
          </a:p>
        </p:txBody>
      </p:sp>
      <p:sp>
        <p:nvSpPr>
          <p:cNvPr id="8" name="">
            <a:extLst xmlns:a="http://schemas.openxmlformats.org/drawingml/2006/main">
              <a:ext uri="{FF2B5EF4-FFF2-40B4-BE49-F238E27FC236}">
                <a16:creationId xmlns:a16="http://schemas.microsoft.com/office/drawing/2014/main" id="{199F25A9-F253-445B-944B-F90A4522B2BD}"/>
              </a:ext>
            </a:extLst>
          </p:cNvPr>
          <p:cNvSpPr>
            <a:spLocks xmlns:a="http://schemas.openxmlformats.org/drawingml/2006/main" noGrp="1"/>
          </p:cNvSpPr>
          <p:nvPr/>
        </p:nvSpPr>
        <p:spPr>
          <a:xfrm xmlns:a="http://schemas.openxmlformats.org/drawingml/2006/main">
            <a:off x="6448425" y="2238375"/>
            <a:ext cx="4210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EA889"/>
                </a:solidFill>
                <a:latin typeface="NanumGothic"/>
                <a:ea typeface="NanumGothic"/>
                <a:cs typeface="NanumGothic"/>
              </a:defRPr>
            </a:pPr>
            <a:r>
              <a:rPr sz="1275" b="1">
                <a:solidFill>
                  <a:srgbClr val="5EA889"/>
                </a:solidFill>
                <a:latin typeface="NanumGothic"/>
                <a:ea typeface="NanumGothic"/>
                <a:cs typeface="NanumGothic"/>
              </a:rPr>
              <a:t>세트 완료 요청</a:t>
            </a:r>
          </a:p>
        </p:txBody>
      </p:sp>
      <p:sp>
        <p:nvSpPr>
          <p:cNvPr id="9" name="">
            <a:extLst xmlns:a="http://schemas.openxmlformats.org/drawingml/2006/main">
              <a:ext uri="{FF2B5EF4-FFF2-40B4-BE49-F238E27FC236}">
                <a16:creationId xmlns:a16="http://schemas.microsoft.com/office/drawing/2014/main" id="{AF467A7F-DF81-4F93-8F09-5C918BA46A1B}"/>
              </a:ext>
            </a:extLst>
          </p:cNvPr>
          <p:cNvSpPr>
            <a:spLocks xmlns:a="http://schemas.openxmlformats.org/drawingml/2006/main" noGrp="1"/>
          </p:cNvSpPr>
          <p:nvPr/>
        </p:nvSpPr>
        <p:spPr>
          <a:xfrm xmlns:a="http://schemas.openxmlformats.org/drawingml/2006/main">
            <a:off x="6038850" y="2295525"/>
            <a:ext cx="0" cy="2952750"/>
          </a:xfrm>
          <a:prstGeom xmlns:a="http://schemas.openxmlformats.org/drawingml/2006/main" prst="line">
            <a:avLst/>
          </a:prstGeom>
          <a:noFill xmlns:a="http://schemas.openxmlformats.org/drawingml/2006/main"/>
          <a:ln xmlns:a="http://schemas.openxmlformats.org/drawingml/2006/main" w="19050">
            <a:solidFill>
              <a:srgbClr val="B9D3C3"/>
            </a:solidFill>
          </a:ln>
        </p:spPr>
      </p:sp>
      <p:sp>
        <p:nvSpPr>
          <p:cNvPr id="10" name="">
            <a:extLst xmlns:a="http://schemas.openxmlformats.org/drawingml/2006/main">
              <a:ext uri="{FF2B5EF4-FFF2-40B4-BE49-F238E27FC236}">
                <a16:creationId xmlns:a16="http://schemas.microsoft.com/office/drawing/2014/main" id="{B60400E3-2FCF-4B9F-9AF7-9A49F7816D5A}"/>
              </a:ext>
            </a:extLst>
          </p:cNvPr>
          <p:cNvSpPr>
            <a:spLocks xmlns:a="http://schemas.openxmlformats.org/drawingml/2006/main" noGrp="1"/>
          </p:cNvSpPr>
          <p:nvPr/>
        </p:nvSpPr>
        <p:spPr>
          <a:xfrm xmlns:a="http://schemas.openxmlformats.org/drawingml/2006/main">
            <a:off x="800100" y="273367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93C33"/>
                </a:solidFill>
                <a:latin typeface="NanumGothic"/>
                <a:ea typeface="NanumGothic"/>
                <a:cs typeface="NanumGothic"/>
              </a:defRPr>
            </a:pPr>
            <a:r>
              <a:rPr sz="1500" b="1">
                <a:solidFill>
                  <a:srgbClr val="193C33"/>
                </a:solidFill>
                <a:latin typeface="NanumGothic"/>
                <a:ea typeface="NanumGothic"/>
                <a:cs typeface="NanumGothic"/>
              </a:rPr>
              <a:t>① 언어·선택지 검사</a:t>
            </a:r>
          </a:p>
        </p:txBody>
      </p:sp>
      <p:sp>
        <p:nvSpPr>
          <p:cNvPr id="11" name="">
            <a:extLst xmlns:a="http://schemas.openxmlformats.org/drawingml/2006/main">
              <a:ext uri="{FF2B5EF4-FFF2-40B4-BE49-F238E27FC236}">
                <a16:creationId xmlns:a16="http://schemas.microsoft.com/office/drawing/2014/main" id="{19D2B592-40FE-43C6-8676-3A3F93859590}"/>
              </a:ext>
            </a:extLst>
          </p:cNvPr>
          <p:cNvSpPr>
            <a:spLocks xmlns:a="http://schemas.openxmlformats.org/drawingml/2006/main" noGrp="1"/>
          </p:cNvSpPr>
          <p:nvPr/>
        </p:nvSpPr>
        <p:spPr>
          <a:xfrm xmlns:a="http://schemas.openxmlformats.org/drawingml/2006/main">
            <a:off x="3181350" y="2733675"/>
            <a:ext cx="25431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현재 학습 언어와 선택지를 확인</a:t>
            </a:r>
          </a:p>
        </p:txBody>
      </p:sp>
      <p:sp>
        <p:nvSpPr>
          <p:cNvPr id="12" name="">
            <a:extLst xmlns:a="http://schemas.openxmlformats.org/drawingml/2006/main">
              <a:ext uri="{FF2B5EF4-FFF2-40B4-BE49-F238E27FC236}">
                <a16:creationId xmlns:a16="http://schemas.microsoft.com/office/drawing/2014/main" id="{9AA576D9-9213-43FB-8877-A9858629FE4B}"/>
              </a:ext>
            </a:extLst>
          </p:cNvPr>
          <p:cNvSpPr>
            <a:spLocks xmlns:a="http://schemas.openxmlformats.org/drawingml/2006/main" noGrp="1"/>
          </p:cNvSpPr>
          <p:nvPr/>
        </p:nvSpPr>
        <p:spPr>
          <a:xfrm xmlns:a="http://schemas.openxmlformats.org/drawingml/2006/main">
            <a:off x="790575" y="3390900"/>
            <a:ext cx="48672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3" name="">
            <a:extLst xmlns:a="http://schemas.openxmlformats.org/drawingml/2006/main">
              <a:ext uri="{FF2B5EF4-FFF2-40B4-BE49-F238E27FC236}">
                <a16:creationId xmlns:a16="http://schemas.microsoft.com/office/drawing/2014/main" id="{FE7A214E-578A-49F5-A96C-6F49D7E37EB9}"/>
              </a:ext>
            </a:extLst>
          </p:cNvPr>
          <p:cNvSpPr>
            <a:spLocks xmlns:a="http://schemas.openxmlformats.org/drawingml/2006/main" noGrp="1"/>
          </p:cNvSpPr>
          <p:nvPr/>
        </p:nvSpPr>
        <p:spPr>
          <a:xfrm xmlns:a="http://schemas.openxmlformats.org/drawingml/2006/main">
            <a:off x="800100" y="3562350"/>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93C33"/>
                </a:solidFill>
                <a:latin typeface="NanumGothic"/>
                <a:ea typeface="NanumGothic"/>
                <a:cs typeface="NanumGothic"/>
              </a:defRPr>
            </a:pPr>
            <a:r>
              <a:rPr sz="1500" b="1">
                <a:solidFill>
                  <a:srgbClr val="193C33"/>
                </a:solidFill>
                <a:latin typeface="NanumGothic"/>
                <a:ea typeface="NanumGothic"/>
                <a:cs typeface="NanumGothic"/>
              </a:rPr>
              <a:t>② 제출 저장</a:t>
            </a:r>
          </a:p>
        </p:txBody>
      </p:sp>
      <p:sp>
        <p:nvSpPr>
          <p:cNvPr id="14" name="">
            <a:extLst xmlns:a="http://schemas.openxmlformats.org/drawingml/2006/main">
              <a:ext uri="{FF2B5EF4-FFF2-40B4-BE49-F238E27FC236}">
                <a16:creationId xmlns:a16="http://schemas.microsoft.com/office/drawing/2014/main" id="{86612B03-E973-45BD-8D50-68EEF01410AE}"/>
              </a:ext>
            </a:extLst>
          </p:cNvPr>
          <p:cNvSpPr>
            <a:spLocks xmlns:a="http://schemas.openxmlformats.org/drawingml/2006/main" noGrp="1"/>
          </p:cNvSpPr>
          <p:nvPr/>
        </p:nvSpPr>
        <p:spPr>
          <a:xfrm xmlns:a="http://schemas.openxmlformats.org/drawingml/2006/main">
            <a:off x="3181350" y="3562350"/>
            <a:ext cx="25431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문제별 최신 답안 이력을 남김</a:t>
            </a:r>
          </a:p>
        </p:txBody>
      </p:sp>
      <p:sp>
        <p:nvSpPr>
          <p:cNvPr id="15" name="">
            <a:extLst xmlns:a="http://schemas.openxmlformats.org/drawingml/2006/main">
              <a:ext uri="{FF2B5EF4-FFF2-40B4-BE49-F238E27FC236}">
                <a16:creationId xmlns:a16="http://schemas.microsoft.com/office/drawing/2014/main" id="{4E50EBF0-56DB-4821-B9A5-49B4CAAF4517}"/>
              </a:ext>
            </a:extLst>
          </p:cNvPr>
          <p:cNvSpPr>
            <a:spLocks xmlns:a="http://schemas.openxmlformats.org/drawingml/2006/main" noGrp="1"/>
          </p:cNvSpPr>
          <p:nvPr/>
        </p:nvSpPr>
        <p:spPr>
          <a:xfrm xmlns:a="http://schemas.openxmlformats.org/drawingml/2006/main">
            <a:off x="790575" y="4219575"/>
            <a:ext cx="48672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6" name="">
            <a:extLst xmlns:a="http://schemas.openxmlformats.org/drawingml/2006/main">
              <a:ext uri="{FF2B5EF4-FFF2-40B4-BE49-F238E27FC236}">
                <a16:creationId xmlns:a16="http://schemas.microsoft.com/office/drawing/2014/main" id="{523D4F23-4C52-4E33-BDBE-37B1C2BFD758}"/>
              </a:ext>
            </a:extLst>
          </p:cNvPr>
          <p:cNvSpPr>
            <a:spLocks xmlns:a="http://schemas.openxmlformats.org/drawingml/2006/main" noGrp="1"/>
          </p:cNvSpPr>
          <p:nvPr/>
        </p:nvSpPr>
        <p:spPr>
          <a:xfrm xmlns:a="http://schemas.openxmlformats.org/drawingml/2006/main">
            <a:off x="800100" y="439102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93C33"/>
                </a:solidFill>
                <a:latin typeface="NanumGothic"/>
                <a:ea typeface="NanumGothic"/>
                <a:cs typeface="NanumGothic"/>
              </a:defRPr>
            </a:pPr>
            <a:r>
              <a:rPr sz="1500" b="1">
                <a:solidFill>
                  <a:srgbClr val="193C33"/>
                </a:solidFill>
                <a:latin typeface="NanumGothic"/>
                <a:ea typeface="NanumGothic"/>
                <a:cs typeface="NanumGothic"/>
              </a:rPr>
              <a:t>③ 결과 반영</a:t>
            </a:r>
          </a:p>
        </p:txBody>
      </p:sp>
      <p:sp>
        <p:nvSpPr>
          <p:cNvPr id="17" name="">
            <a:extLst xmlns:a="http://schemas.openxmlformats.org/drawingml/2006/main">
              <a:ext uri="{FF2B5EF4-FFF2-40B4-BE49-F238E27FC236}">
                <a16:creationId xmlns:a16="http://schemas.microsoft.com/office/drawing/2014/main" id="{72F08572-7C1F-4B60-BB16-CD38E9CCECE6}"/>
              </a:ext>
            </a:extLst>
          </p:cNvPr>
          <p:cNvSpPr>
            <a:spLocks xmlns:a="http://schemas.openxmlformats.org/drawingml/2006/main" noGrp="1"/>
          </p:cNvSpPr>
          <p:nvPr/>
        </p:nvSpPr>
        <p:spPr>
          <a:xfrm xmlns:a="http://schemas.openxmlformats.org/drawingml/2006/main">
            <a:off x="3181350" y="4391025"/>
            <a:ext cx="25431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오답노트 또는 정답 XP·챌린지 반영</a:t>
            </a:r>
          </a:p>
        </p:txBody>
      </p:sp>
      <p:sp>
        <p:nvSpPr>
          <p:cNvPr id="18" name="">
            <a:extLst xmlns:a="http://schemas.openxmlformats.org/drawingml/2006/main">
              <a:ext uri="{FF2B5EF4-FFF2-40B4-BE49-F238E27FC236}">
                <a16:creationId xmlns:a16="http://schemas.microsoft.com/office/drawing/2014/main" id="{8A5F1B1F-E27E-4EF0-A459-BA27AA07AD8F}"/>
              </a:ext>
            </a:extLst>
          </p:cNvPr>
          <p:cNvSpPr>
            <a:spLocks xmlns:a="http://schemas.openxmlformats.org/drawingml/2006/main" noGrp="1"/>
          </p:cNvSpPr>
          <p:nvPr/>
        </p:nvSpPr>
        <p:spPr>
          <a:xfrm xmlns:a="http://schemas.openxmlformats.org/drawingml/2006/main">
            <a:off x="6457950" y="273367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93C33"/>
                </a:solidFill>
                <a:latin typeface="NanumGothic"/>
                <a:ea typeface="NanumGothic"/>
                <a:cs typeface="NanumGothic"/>
              </a:defRPr>
            </a:pPr>
            <a:r>
              <a:rPr sz="1500" b="1">
                <a:solidFill>
                  <a:srgbClr val="193C33"/>
                </a:solidFill>
                <a:latin typeface="NanumGothic"/>
                <a:ea typeface="NanumGothic"/>
                <a:cs typeface="NanumGothic"/>
              </a:rPr>
              <a:t>① 문제 ID 정규화</a:t>
            </a:r>
          </a:p>
        </p:txBody>
      </p:sp>
      <p:sp>
        <p:nvSpPr>
          <p:cNvPr id="19" name="">
            <a:extLst xmlns:a="http://schemas.openxmlformats.org/drawingml/2006/main">
              <a:ext uri="{FF2B5EF4-FFF2-40B4-BE49-F238E27FC236}">
                <a16:creationId xmlns:a16="http://schemas.microsoft.com/office/drawing/2014/main" id="{18F5EDF6-573A-45DB-8CB9-E17D4E2836D8}"/>
              </a:ext>
            </a:extLst>
          </p:cNvPr>
          <p:cNvSpPr>
            <a:spLocks xmlns:a="http://schemas.openxmlformats.org/drawingml/2006/main" noGrp="1"/>
          </p:cNvSpPr>
          <p:nvPr/>
        </p:nvSpPr>
        <p:spPr>
          <a:xfrm xmlns:a="http://schemas.openxmlformats.org/drawingml/2006/main">
            <a:off x="8877300" y="2733675"/>
            <a:ext cx="238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정렬·중복 제거 후 세트 키 생성</a:t>
            </a:r>
          </a:p>
        </p:txBody>
      </p:sp>
      <p:sp>
        <p:nvSpPr>
          <p:cNvPr id="20" name="">
            <a:extLst xmlns:a="http://schemas.openxmlformats.org/drawingml/2006/main">
              <a:ext uri="{FF2B5EF4-FFF2-40B4-BE49-F238E27FC236}">
                <a16:creationId xmlns:a16="http://schemas.microsoft.com/office/drawing/2014/main" id="{22358306-F77C-45A5-B636-F2F233816229}"/>
              </a:ext>
            </a:extLst>
          </p:cNvPr>
          <p:cNvSpPr>
            <a:spLocks xmlns:a="http://schemas.openxmlformats.org/drawingml/2006/main" noGrp="1"/>
          </p:cNvSpPr>
          <p:nvPr/>
        </p:nvSpPr>
        <p:spPr>
          <a:xfrm xmlns:a="http://schemas.openxmlformats.org/drawingml/2006/main">
            <a:off x="6457950" y="3390900"/>
            <a:ext cx="4838700"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1" name="">
            <a:extLst xmlns:a="http://schemas.openxmlformats.org/drawingml/2006/main">
              <a:ext uri="{FF2B5EF4-FFF2-40B4-BE49-F238E27FC236}">
                <a16:creationId xmlns:a16="http://schemas.microsoft.com/office/drawing/2014/main" id="{B6CA98A3-CC2D-412E-BC12-F9613AA922AD}"/>
              </a:ext>
            </a:extLst>
          </p:cNvPr>
          <p:cNvSpPr>
            <a:spLocks xmlns:a="http://schemas.openxmlformats.org/drawingml/2006/main" noGrp="1"/>
          </p:cNvSpPr>
          <p:nvPr/>
        </p:nvSpPr>
        <p:spPr>
          <a:xfrm xmlns:a="http://schemas.openxmlformats.org/drawingml/2006/main">
            <a:off x="6457950" y="35623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93C33"/>
                </a:solidFill>
                <a:latin typeface="NanumGothic"/>
                <a:ea typeface="NanumGothic"/>
                <a:cs typeface="NanumGothic"/>
              </a:defRPr>
            </a:pPr>
            <a:r>
              <a:rPr sz="1500" b="1">
                <a:solidFill>
                  <a:srgbClr val="193C33"/>
                </a:solidFill>
                <a:latin typeface="NanumGothic"/>
                <a:ea typeface="NanumGothic"/>
                <a:cs typeface="NanumGothic"/>
              </a:rPr>
              <a:t>② 완료 가능성 확인</a:t>
            </a:r>
          </a:p>
        </p:txBody>
      </p:sp>
      <p:sp>
        <p:nvSpPr>
          <p:cNvPr id="22" name="">
            <a:extLst xmlns:a="http://schemas.openxmlformats.org/drawingml/2006/main">
              <a:ext uri="{FF2B5EF4-FFF2-40B4-BE49-F238E27FC236}">
                <a16:creationId xmlns:a16="http://schemas.microsoft.com/office/drawing/2014/main" id="{2BBC47C1-2013-4C86-9A15-5FB80A5C7958}"/>
              </a:ext>
            </a:extLst>
          </p:cNvPr>
          <p:cNvSpPr>
            <a:spLocks xmlns:a="http://schemas.openxmlformats.org/drawingml/2006/main" noGrp="1"/>
          </p:cNvSpPr>
          <p:nvPr/>
        </p:nvSpPr>
        <p:spPr>
          <a:xfrm xmlns:a="http://schemas.openxmlformats.org/drawingml/2006/main">
            <a:off x="8877300" y="3562350"/>
            <a:ext cx="238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모든 문제의 최신 제출 이력을 검사</a:t>
            </a:r>
          </a:p>
        </p:txBody>
      </p:sp>
      <p:sp>
        <p:nvSpPr>
          <p:cNvPr id="23" name="">
            <a:extLst xmlns:a="http://schemas.openxmlformats.org/drawingml/2006/main">
              <a:ext uri="{FF2B5EF4-FFF2-40B4-BE49-F238E27FC236}">
                <a16:creationId xmlns:a16="http://schemas.microsoft.com/office/drawing/2014/main" id="{753ABB25-6D13-464F-950B-88012E53826A}"/>
              </a:ext>
            </a:extLst>
          </p:cNvPr>
          <p:cNvSpPr>
            <a:spLocks xmlns:a="http://schemas.openxmlformats.org/drawingml/2006/main" noGrp="1"/>
          </p:cNvSpPr>
          <p:nvPr/>
        </p:nvSpPr>
        <p:spPr>
          <a:xfrm xmlns:a="http://schemas.openxmlformats.org/drawingml/2006/main">
            <a:off x="6457950" y="4219575"/>
            <a:ext cx="4838700"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4" name="">
            <a:extLst xmlns:a="http://schemas.openxmlformats.org/drawingml/2006/main">
              <a:ext uri="{FF2B5EF4-FFF2-40B4-BE49-F238E27FC236}">
                <a16:creationId xmlns:a16="http://schemas.microsoft.com/office/drawing/2014/main" id="{5530CFF3-DE53-4804-BB98-AD87838A23AC}"/>
              </a:ext>
            </a:extLst>
          </p:cNvPr>
          <p:cNvSpPr>
            <a:spLocks xmlns:a="http://schemas.openxmlformats.org/drawingml/2006/main" noGrp="1"/>
          </p:cNvSpPr>
          <p:nvPr/>
        </p:nvSpPr>
        <p:spPr>
          <a:xfrm xmlns:a="http://schemas.openxmlformats.org/drawingml/2006/main">
            <a:off x="6457950" y="439102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93C33"/>
                </a:solidFill>
                <a:latin typeface="NanumGothic"/>
                <a:ea typeface="NanumGothic"/>
                <a:cs typeface="NanumGothic"/>
              </a:defRPr>
            </a:pPr>
            <a:r>
              <a:rPr sz="1500" b="1">
                <a:solidFill>
                  <a:srgbClr val="193C33"/>
                </a:solidFill>
                <a:latin typeface="NanumGothic"/>
                <a:ea typeface="NanumGothic"/>
                <a:cs typeface="NanumGothic"/>
              </a:rPr>
              <a:t>③ 완료 보상</a:t>
            </a:r>
          </a:p>
        </p:txBody>
      </p:sp>
      <p:sp>
        <p:nvSpPr>
          <p:cNvPr id="25" name="">
            <a:extLst xmlns:a="http://schemas.openxmlformats.org/drawingml/2006/main">
              <a:ext uri="{FF2B5EF4-FFF2-40B4-BE49-F238E27FC236}">
                <a16:creationId xmlns:a16="http://schemas.microsoft.com/office/drawing/2014/main" id="{AA5AB1FC-4472-40FE-819B-EA148BC5E8DF}"/>
              </a:ext>
            </a:extLst>
          </p:cNvPr>
          <p:cNvSpPr>
            <a:spLocks xmlns:a="http://schemas.openxmlformats.org/drawingml/2006/main" noGrp="1"/>
          </p:cNvSpPr>
          <p:nvPr/>
        </p:nvSpPr>
        <p:spPr>
          <a:xfrm xmlns:a="http://schemas.openxmlformats.org/drawingml/2006/main">
            <a:off x="8877300" y="4391025"/>
            <a:ext cx="238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사용자+세트 키로 한 번만 기록</a:t>
            </a:r>
          </a:p>
        </p:txBody>
      </p:sp>
      <p:sp>
        <p:nvSpPr>
          <p:cNvPr id="26" name="">
            <a:extLst xmlns:a="http://schemas.openxmlformats.org/drawingml/2006/main">
              <a:ext uri="{FF2B5EF4-FFF2-40B4-BE49-F238E27FC236}">
                <a16:creationId xmlns:a16="http://schemas.microsoft.com/office/drawing/2014/main" id="{79116BFE-A755-4484-950E-13E24E41ABD1}"/>
              </a:ext>
            </a:extLst>
          </p:cNvPr>
          <p:cNvSpPr>
            <a:spLocks xmlns:a="http://schemas.openxmlformats.org/drawingml/2006/main" noGrp="1"/>
          </p:cNvSpPr>
          <p:nvPr/>
        </p:nvSpPr>
        <p:spPr>
          <a:xfrm xmlns:a="http://schemas.openxmlformats.org/drawingml/2006/main">
            <a:off x="790575" y="5381625"/>
            <a:ext cx="10496550" cy="485775"/>
          </a:xfrm>
          <a:prstGeom xmlns:a="http://schemas.openxmlformats.org/drawingml/2006/main" prst="rect">
            <a:avLst/>
          </a:prstGeom>
          <a:solidFill xmlns:a="http://schemas.openxmlformats.org/drawingml/2006/main">
            <a:srgbClr val="E8F2E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F6E4899-726E-4237-A55A-05EE58054FC1}"/>
              </a:ext>
            </a:extLst>
          </p:cNvPr>
          <p:cNvSpPr>
            <a:spLocks xmlns:a="http://schemas.openxmlformats.org/drawingml/2006/main" noGrp="1"/>
          </p:cNvSpPr>
          <p:nvPr/>
        </p:nvSpPr>
        <p:spPr>
          <a:xfrm xmlns:a="http://schemas.openxmlformats.org/drawingml/2006/main">
            <a:off x="952500" y="5467350"/>
            <a:ext cx="1007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44A3D"/>
                </a:solidFill>
                <a:latin typeface="NanumGothic"/>
                <a:ea typeface="NanumGothic"/>
                <a:cs typeface="NanumGothic"/>
              </a:defRPr>
            </a:pPr>
            <a:r>
              <a:rPr sz="1425" b="1">
                <a:solidFill>
                  <a:srgbClr val="244A3D"/>
                </a:solidFill>
                <a:latin typeface="NanumGothic"/>
                <a:ea typeface="NanumGothic"/>
                <a:cs typeface="NanumGothic"/>
              </a:rPr>
              <a:t>같은 세트 재요청은 기존 완료 기록을 반환하도록 처리</a:t>
            </a:r>
          </a:p>
        </p:txBody>
      </p:sp>
    </p:spTree>
    <p:extLst>
      <p:ext uri="{BB962C8B-B14F-4D97-AF65-F5344CB8AC3E}">
        <p14:creationId xmlns:p14="http://schemas.microsoft.com/office/powerpoint/2010/main" val="345934560"/>
      </p:ext>
    </p:extLst>
  </p:cSld>
</p:sld>
</file>

<file path=ppt/slides/slide15.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EA41CE1-1A8B-4802-AEDA-DDB9C07871D5}"/>
              </a:ext>
            </a:extLst>
          </p:cNvPr>
          <p:cNvSpPr>
            <a:spLocks xmlns:a="http://schemas.openxmlformats.org/drawingml/2006/main" noGrp="1"/>
          </p:cNvSpPr>
          <p:nvPr/>
        </p:nvSpPr>
        <p:spPr>
          <a:xfrm xmlns:a="http://schemas.openxmlformats.org/drawingml/2006/main">
            <a:off x="723900" y="2952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EA889"/>
                </a:solidFill>
                <a:latin typeface="NanumGothic"/>
                <a:ea typeface="NanumGothic"/>
                <a:cs typeface="NanumGothic"/>
              </a:defRPr>
            </a:pPr>
            <a:r>
              <a:rPr sz="1200" b="1">
                <a:solidFill>
                  <a:srgbClr val="5EA889"/>
                </a:solidFill>
                <a:latin typeface="NanumGothic"/>
                <a:ea typeface="NanumGothic"/>
                <a:cs typeface="NanumGothic"/>
              </a:rPr>
              <a:t>4. 향후 계획 및 일정  /  4.1 향후 계획</a:t>
            </a:r>
          </a:p>
        </p:txBody>
      </p:sp>
      <p:sp>
        <p:nvSpPr>
          <p:cNvPr id="2" name="">
            <a:extLst xmlns:a="http://schemas.openxmlformats.org/drawingml/2006/main">
              <a:ext uri="{FF2B5EF4-FFF2-40B4-BE49-F238E27FC236}">
                <a16:creationId xmlns:a16="http://schemas.microsoft.com/office/drawing/2014/main" id="{24096332-8420-48AC-AABA-CBB57F76A3E3}"/>
              </a:ext>
            </a:extLst>
          </p:cNvPr>
          <p:cNvSpPr>
            <a:spLocks xmlns:a="http://schemas.openxmlformats.org/drawingml/2006/main" noGrp="1"/>
          </p:cNvSpPr>
          <p:nvPr/>
        </p:nvSpPr>
        <p:spPr>
          <a:xfrm xmlns:a="http://schemas.openxmlformats.org/drawingml/2006/main">
            <a:off x="723900" y="714375"/>
            <a:ext cx="10725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93C33"/>
                </a:solidFill>
                <a:latin typeface="NanumGothic"/>
                <a:ea typeface="NanumGothic"/>
                <a:cs typeface="NanumGothic"/>
              </a:defRPr>
            </a:pPr>
            <a:r>
              <a:rPr sz="2925" b="1">
                <a:solidFill>
                  <a:srgbClr val="193C33"/>
                </a:solidFill>
                <a:latin typeface="NanumGothic"/>
                <a:ea typeface="NanumGothic"/>
                <a:cs typeface="NanumGothic"/>
              </a:rPr>
              <a:t>향후 계획</a:t>
            </a:r>
          </a:p>
        </p:txBody>
      </p:sp>
      <p:sp>
        <p:nvSpPr>
          <p:cNvPr id="3" name="">
            <a:extLst xmlns:a="http://schemas.openxmlformats.org/drawingml/2006/main">
              <a:ext uri="{FF2B5EF4-FFF2-40B4-BE49-F238E27FC236}">
                <a16:creationId xmlns:a16="http://schemas.microsoft.com/office/drawing/2014/main" id="{B3663D5E-84E4-4FE7-96C9-8F535F9BED49}"/>
              </a:ext>
            </a:extLst>
          </p:cNvPr>
          <p:cNvSpPr>
            <a:spLocks xmlns:a="http://schemas.openxmlformats.org/drawingml/2006/main" noGrp="1"/>
          </p:cNvSpPr>
          <p:nvPr/>
        </p:nvSpPr>
        <p:spPr>
          <a:xfrm xmlns:a="http://schemas.openxmlformats.org/drawingml/2006/main">
            <a:off x="733425" y="1466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완성도·차별성·시연효과 개선 방안을 발표 전 확정</a:t>
            </a:r>
          </a:p>
        </p:txBody>
      </p:sp>
      <p:sp>
        <p:nvSpPr>
          <p:cNvPr id="4" name="">
            <a:extLst xmlns:a="http://schemas.openxmlformats.org/drawingml/2006/main">
              <a:ext uri="{FF2B5EF4-FFF2-40B4-BE49-F238E27FC236}">
                <a16:creationId xmlns:a16="http://schemas.microsoft.com/office/drawing/2014/main" id="{D685F6E0-D079-484D-92CA-267C7D72699C}"/>
              </a:ext>
            </a:extLst>
          </p:cNvPr>
          <p:cNvSpPr>
            <a:spLocks xmlns:a="http://schemas.openxmlformats.org/drawingml/2006/main" noGrp="1"/>
          </p:cNvSpPr>
          <p:nvPr/>
        </p:nvSpPr>
        <p:spPr>
          <a:xfrm xmlns:a="http://schemas.openxmlformats.org/drawingml/2006/main">
            <a:off x="723900" y="6134100"/>
            <a:ext cx="107346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5" name="">
            <a:extLst xmlns:a="http://schemas.openxmlformats.org/drawingml/2006/main">
              <a:ext uri="{FF2B5EF4-FFF2-40B4-BE49-F238E27FC236}">
                <a16:creationId xmlns:a16="http://schemas.microsoft.com/office/drawing/2014/main" id="{BBE89586-4F15-4BCE-8D49-1102FD3E4423}"/>
              </a:ext>
            </a:extLst>
          </p:cNvPr>
          <p:cNvSpPr>
            <a:spLocks xmlns:a="http://schemas.openxmlformats.org/drawingml/2006/main" noGrp="1"/>
          </p:cNvSpPr>
          <p:nvPr/>
        </p:nvSpPr>
        <p:spPr>
          <a:xfrm xmlns:a="http://schemas.openxmlformats.org/drawingml/2006/main">
            <a:off x="733425" y="62388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607268"/>
                </a:solidFill>
                <a:latin typeface="NanumGothic"/>
                <a:ea typeface="NanumGothic"/>
                <a:cs typeface="NanumGothic"/>
              </a:defRPr>
            </a:pPr>
            <a:r>
              <a:rPr sz="975" b="0">
                <a:solidFill>
                  <a:srgbClr val="607268"/>
                </a:solidFill>
                <a:latin typeface="NanumGothic"/>
                <a:ea typeface="NanumGothic"/>
                <a:cs typeface="NanumGothic"/>
              </a:rPr>
              <a:t>QURVE  /  F시스템 발표</a:t>
            </a:r>
          </a:p>
        </p:txBody>
      </p:sp>
      <p:sp>
        <p:nvSpPr>
          <p:cNvPr id="6" name="">
            <a:extLst xmlns:a="http://schemas.openxmlformats.org/drawingml/2006/main">
              <a:ext uri="{FF2B5EF4-FFF2-40B4-BE49-F238E27FC236}">
                <a16:creationId xmlns:a16="http://schemas.microsoft.com/office/drawing/2014/main" id="{D3F6CBD6-6933-4399-B9A7-95AB051E4695}"/>
              </a:ext>
            </a:extLst>
          </p:cNvPr>
          <p:cNvSpPr>
            <a:spLocks xmlns:a="http://schemas.openxmlformats.org/drawingml/2006/main" noGrp="1"/>
          </p:cNvSpPr>
          <p:nvPr/>
        </p:nvSpPr>
        <p:spPr>
          <a:xfrm xmlns:a="http://schemas.openxmlformats.org/drawingml/2006/main">
            <a:off x="10839450" y="6219825"/>
            <a:ext cx="638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5EA889"/>
                </a:solidFill>
                <a:latin typeface="NanumGothic"/>
                <a:ea typeface="NanumGothic"/>
                <a:cs typeface="NanumGothic"/>
              </a:defRPr>
            </a:pPr>
            <a:r>
              <a:rPr sz="1125" b="1">
                <a:solidFill>
                  <a:srgbClr val="5EA889"/>
                </a:solidFill>
                <a:latin typeface="NanumGothic"/>
                <a:ea typeface="NanumGothic"/>
                <a:cs typeface="NanumGothic"/>
              </a:rPr>
              <a:t>15</a:t>
            </a:r>
          </a:p>
        </p:txBody>
      </p:sp>
      <p:sp>
        <p:nvSpPr>
          <p:cNvPr id="7" name="">
            <a:extLst xmlns:a="http://schemas.openxmlformats.org/drawingml/2006/main">
              <a:ext uri="{FF2B5EF4-FFF2-40B4-BE49-F238E27FC236}">
                <a16:creationId xmlns:a16="http://schemas.microsoft.com/office/drawing/2014/main" id="{E3EE0987-32F3-40C4-A384-4D3770A49BFE}"/>
              </a:ext>
            </a:extLst>
          </p:cNvPr>
          <p:cNvSpPr>
            <a:spLocks xmlns:a="http://schemas.openxmlformats.org/drawingml/2006/main" noGrp="1"/>
          </p:cNvSpPr>
          <p:nvPr/>
        </p:nvSpPr>
        <p:spPr>
          <a:xfrm xmlns:a="http://schemas.openxmlformats.org/drawingml/2006/main">
            <a:off x="800100" y="2343150"/>
            <a:ext cx="3257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3C33"/>
                </a:solidFill>
                <a:latin typeface="NanumGothic"/>
                <a:ea typeface="NanumGothic"/>
                <a:cs typeface="NanumGothic"/>
              </a:defRPr>
            </a:pPr>
            <a:r>
              <a:rPr sz="2250" b="1">
                <a:solidFill>
                  <a:srgbClr val="193C33"/>
                </a:solidFill>
                <a:latin typeface="NanumGothic"/>
                <a:ea typeface="NanumGothic"/>
                <a:cs typeface="NanumGothic"/>
              </a:rPr>
              <a:t>완성도</a:t>
            </a:r>
          </a:p>
        </p:txBody>
      </p:sp>
      <p:sp>
        <p:nvSpPr>
          <p:cNvPr id="8" name="">
            <a:extLst xmlns:a="http://schemas.openxmlformats.org/drawingml/2006/main">
              <a:ext uri="{FF2B5EF4-FFF2-40B4-BE49-F238E27FC236}">
                <a16:creationId xmlns:a16="http://schemas.microsoft.com/office/drawing/2014/main" id="{A4DAD5DE-2D12-4EAD-B627-4F99AD78AEA5}"/>
              </a:ext>
            </a:extLst>
          </p:cNvPr>
          <p:cNvSpPr>
            <a:spLocks xmlns:a="http://schemas.openxmlformats.org/drawingml/2006/main" noGrp="1"/>
          </p:cNvSpPr>
          <p:nvPr/>
        </p:nvSpPr>
        <p:spPr>
          <a:xfrm xmlns:a="http://schemas.openxmlformats.org/drawingml/2006/main">
            <a:off x="800100" y="3057525"/>
            <a:ext cx="3276600" cy="0"/>
          </a:xfrm>
          <a:prstGeom xmlns:a="http://schemas.openxmlformats.org/drawingml/2006/main" prst="line">
            <a:avLst/>
          </a:prstGeom>
          <a:noFill xmlns:a="http://schemas.openxmlformats.org/drawingml/2006/main"/>
          <a:ln xmlns:a="http://schemas.openxmlformats.org/drawingml/2006/main" w="28575">
            <a:solidFill>
              <a:srgbClr val="5EA889"/>
            </a:solidFill>
          </a:ln>
        </p:spPr>
      </p:sp>
      <p:sp>
        <p:nvSpPr>
          <p:cNvPr id="9" name="">
            <a:extLst xmlns:a="http://schemas.openxmlformats.org/drawingml/2006/main">
              <a:ext uri="{FF2B5EF4-FFF2-40B4-BE49-F238E27FC236}">
                <a16:creationId xmlns:a16="http://schemas.microsoft.com/office/drawing/2014/main" id="{8AFA9D32-113A-46B9-81F4-B73DE4CC4871}"/>
              </a:ext>
            </a:extLst>
          </p:cNvPr>
          <p:cNvSpPr>
            <a:spLocks xmlns:a="http://schemas.openxmlformats.org/drawingml/2006/main" noGrp="1"/>
          </p:cNvSpPr>
          <p:nvPr/>
        </p:nvSpPr>
        <p:spPr>
          <a:xfrm xmlns:a="http://schemas.openxmlformats.org/drawingml/2006/main">
            <a:off x="800100" y="3333750"/>
            <a:ext cx="3286125" cy="1971675"/>
          </a:xfrm>
          <a:prstGeom xmlns:a="http://schemas.openxmlformats.org/drawingml/2006/main" prst="rect">
            <a:avLst/>
          </a:prstGeom>
          <a:solidFill xmlns:a="http://schemas.openxmlformats.org/drawingml/2006/main">
            <a:srgbClr val="FFFFFF"/>
          </a:solidFill>
          <a:ln xmlns:a="http://schemas.openxmlformats.org/drawingml/2006/main" w="9525">
            <a:solidFill>
              <a:srgbClr val="B9D3C3"/>
            </a:solidFill>
          </a:ln>
        </p:spPr>
      </p:sp>
      <p:sp>
        <p:nvSpPr>
          <p:cNvPr id="10" name="">
            <a:extLst xmlns:a="http://schemas.openxmlformats.org/drawingml/2006/main">
              <a:ext uri="{FF2B5EF4-FFF2-40B4-BE49-F238E27FC236}">
                <a16:creationId xmlns:a16="http://schemas.microsoft.com/office/drawing/2014/main" id="{F9E87889-4BB8-4C74-8C98-A2EA5CF4AA63}"/>
              </a:ext>
            </a:extLst>
          </p:cNvPr>
          <p:cNvSpPr>
            <a:spLocks xmlns:a="http://schemas.openxmlformats.org/drawingml/2006/main" noGrp="1"/>
          </p:cNvSpPr>
          <p:nvPr/>
        </p:nvSpPr>
        <p:spPr>
          <a:xfrm xmlns:a="http://schemas.openxmlformats.org/drawingml/2006/main">
            <a:off x="4476750" y="2343150"/>
            <a:ext cx="3257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3C33"/>
                </a:solidFill>
                <a:latin typeface="NanumGothic"/>
                <a:ea typeface="NanumGothic"/>
                <a:cs typeface="NanumGothic"/>
              </a:defRPr>
            </a:pPr>
            <a:r>
              <a:rPr sz="2250" b="1">
                <a:solidFill>
                  <a:srgbClr val="193C33"/>
                </a:solidFill>
                <a:latin typeface="NanumGothic"/>
                <a:ea typeface="NanumGothic"/>
                <a:cs typeface="NanumGothic"/>
              </a:rPr>
              <a:t>차별성</a:t>
            </a:r>
          </a:p>
        </p:txBody>
      </p:sp>
      <p:sp>
        <p:nvSpPr>
          <p:cNvPr id="11" name="">
            <a:extLst xmlns:a="http://schemas.openxmlformats.org/drawingml/2006/main">
              <a:ext uri="{FF2B5EF4-FFF2-40B4-BE49-F238E27FC236}">
                <a16:creationId xmlns:a16="http://schemas.microsoft.com/office/drawing/2014/main" id="{B80508F8-3C44-4649-924A-33C4CCEBFA3F}"/>
              </a:ext>
            </a:extLst>
          </p:cNvPr>
          <p:cNvSpPr>
            <a:spLocks xmlns:a="http://schemas.openxmlformats.org/drawingml/2006/main" noGrp="1"/>
          </p:cNvSpPr>
          <p:nvPr/>
        </p:nvSpPr>
        <p:spPr>
          <a:xfrm xmlns:a="http://schemas.openxmlformats.org/drawingml/2006/main">
            <a:off x="4476750" y="3057525"/>
            <a:ext cx="3276600" cy="0"/>
          </a:xfrm>
          <a:prstGeom xmlns:a="http://schemas.openxmlformats.org/drawingml/2006/main" prst="line">
            <a:avLst/>
          </a:prstGeom>
          <a:noFill xmlns:a="http://schemas.openxmlformats.org/drawingml/2006/main"/>
          <a:ln xmlns:a="http://schemas.openxmlformats.org/drawingml/2006/main" w="28575">
            <a:solidFill>
              <a:srgbClr val="5EA889"/>
            </a:solidFill>
          </a:ln>
        </p:spPr>
      </p:sp>
      <p:sp>
        <p:nvSpPr>
          <p:cNvPr id="12" name="">
            <a:extLst xmlns:a="http://schemas.openxmlformats.org/drawingml/2006/main">
              <a:ext uri="{FF2B5EF4-FFF2-40B4-BE49-F238E27FC236}">
                <a16:creationId xmlns:a16="http://schemas.microsoft.com/office/drawing/2014/main" id="{A5055998-C47E-4E6A-B707-A13004F051A0}"/>
              </a:ext>
            </a:extLst>
          </p:cNvPr>
          <p:cNvSpPr>
            <a:spLocks xmlns:a="http://schemas.openxmlformats.org/drawingml/2006/main" noGrp="1"/>
          </p:cNvSpPr>
          <p:nvPr/>
        </p:nvSpPr>
        <p:spPr>
          <a:xfrm xmlns:a="http://schemas.openxmlformats.org/drawingml/2006/main">
            <a:off x="4476750" y="3333750"/>
            <a:ext cx="3286125" cy="1971675"/>
          </a:xfrm>
          <a:prstGeom xmlns:a="http://schemas.openxmlformats.org/drawingml/2006/main" prst="rect">
            <a:avLst/>
          </a:prstGeom>
          <a:solidFill xmlns:a="http://schemas.openxmlformats.org/drawingml/2006/main">
            <a:srgbClr val="FFFFFF"/>
          </a:solidFill>
          <a:ln xmlns:a="http://schemas.openxmlformats.org/drawingml/2006/main" w="9525">
            <a:solidFill>
              <a:srgbClr val="B9D3C3"/>
            </a:solidFill>
          </a:ln>
        </p:spPr>
      </p:sp>
      <p:sp>
        <p:nvSpPr>
          <p:cNvPr id="13" name="">
            <a:extLst xmlns:a="http://schemas.openxmlformats.org/drawingml/2006/main">
              <a:ext uri="{FF2B5EF4-FFF2-40B4-BE49-F238E27FC236}">
                <a16:creationId xmlns:a16="http://schemas.microsoft.com/office/drawing/2014/main" id="{0B49ACFF-AEAA-4AF8-8E4F-8383F588D419}"/>
              </a:ext>
            </a:extLst>
          </p:cNvPr>
          <p:cNvSpPr>
            <a:spLocks xmlns:a="http://schemas.openxmlformats.org/drawingml/2006/main" noGrp="1"/>
          </p:cNvSpPr>
          <p:nvPr/>
        </p:nvSpPr>
        <p:spPr>
          <a:xfrm xmlns:a="http://schemas.openxmlformats.org/drawingml/2006/main">
            <a:off x="8153400" y="2343150"/>
            <a:ext cx="3257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3C33"/>
                </a:solidFill>
                <a:latin typeface="NanumGothic"/>
                <a:ea typeface="NanumGothic"/>
                <a:cs typeface="NanumGothic"/>
              </a:defRPr>
            </a:pPr>
            <a:r>
              <a:rPr sz="2250" b="1">
                <a:solidFill>
                  <a:srgbClr val="193C33"/>
                </a:solidFill>
                <a:latin typeface="NanumGothic"/>
                <a:ea typeface="NanumGothic"/>
                <a:cs typeface="NanumGothic"/>
              </a:rPr>
              <a:t>시연효과</a:t>
            </a:r>
          </a:p>
        </p:txBody>
      </p:sp>
      <p:sp>
        <p:nvSpPr>
          <p:cNvPr id="14" name="">
            <a:extLst xmlns:a="http://schemas.openxmlformats.org/drawingml/2006/main">
              <a:ext uri="{FF2B5EF4-FFF2-40B4-BE49-F238E27FC236}">
                <a16:creationId xmlns:a16="http://schemas.microsoft.com/office/drawing/2014/main" id="{2FE41044-157E-4E43-AD4A-FA0250A2D0D8}"/>
              </a:ext>
            </a:extLst>
          </p:cNvPr>
          <p:cNvSpPr>
            <a:spLocks xmlns:a="http://schemas.openxmlformats.org/drawingml/2006/main" noGrp="1"/>
          </p:cNvSpPr>
          <p:nvPr/>
        </p:nvSpPr>
        <p:spPr>
          <a:xfrm xmlns:a="http://schemas.openxmlformats.org/drawingml/2006/main">
            <a:off x="8153400" y="3057525"/>
            <a:ext cx="3276600" cy="0"/>
          </a:xfrm>
          <a:prstGeom xmlns:a="http://schemas.openxmlformats.org/drawingml/2006/main" prst="line">
            <a:avLst/>
          </a:prstGeom>
          <a:noFill xmlns:a="http://schemas.openxmlformats.org/drawingml/2006/main"/>
          <a:ln xmlns:a="http://schemas.openxmlformats.org/drawingml/2006/main" w="28575">
            <a:solidFill>
              <a:srgbClr val="5EA889"/>
            </a:solidFill>
          </a:ln>
        </p:spPr>
      </p:sp>
      <p:sp>
        <p:nvSpPr>
          <p:cNvPr id="15" name="">
            <a:extLst xmlns:a="http://schemas.openxmlformats.org/drawingml/2006/main">
              <a:ext uri="{FF2B5EF4-FFF2-40B4-BE49-F238E27FC236}">
                <a16:creationId xmlns:a16="http://schemas.microsoft.com/office/drawing/2014/main" id="{2BEA7EEE-7715-429A-B5A5-9E42636C306A}"/>
              </a:ext>
            </a:extLst>
          </p:cNvPr>
          <p:cNvSpPr>
            <a:spLocks xmlns:a="http://schemas.openxmlformats.org/drawingml/2006/main" noGrp="1"/>
          </p:cNvSpPr>
          <p:nvPr/>
        </p:nvSpPr>
        <p:spPr>
          <a:xfrm xmlns:a="http://schemas.openxmlformats.org/drawingml/2006/main">
            <a:off x="8153400" y="3333750"/>
            <a:ext cx="3286125" cy="1971675"/>
          </a:xfrm>
          <a:prstGeom xmlns:a="http://schemas.openxmlformats.org/drawingml/2006/main" prst="rect">
            <a:avLst/>
          </a:prstGeom>
          <a:solidFill xmlns:a="http://schemas.openxmlformats.org/drawingml/2006/main">
            <a:srgbClr val="FFFFFF"/>
          </a:solidFill>
          <a:ln xmlns:a="http://schemas.openxmlformats.org/drawingml/2006/main" w="9525">
            <a:solidFill>
              <a:srgbClr val="B9D3C3"/>
            </a:solidFill>
          </a:ln>
        </p:spPr>
      </p:sp>
      <p:sp>
        <p:nvSpPr>
          <p:cNvPr id="16" name="">
            <a:extLst xmlns:a="http://schemas.openxmlformats.org/drawingml/2006/main">
              <a:ext uri="{FF2B5EF4-FFF2-40B4-BE49-F238E27FC236}">
                <a16:creationId xmlns:a16="http://schemas.microsoft.com/office/drawing/2014/main" id="{E7D048A1-7235-4022-9B4C-3CDE5F40AA8C}"/>
              </a:ext>
            </a:extLst>
          </p:cNvPr>
          <p:cNvSpPr>
            <a:spLocks xmlns:a="http://schemas.openxmlformats.org/drawingml/2006/main" noGrp="1"/>
          </p:cNvSpPr>
          <p:nvPr/>
        </p:nvSpPr>
        <p:spPr>
          <a:xfrm xmlns:a="http://schemas.openxmlformats.org/drawingml/2006/main">
            <a:off x="800100" y="5553075"/>
            <a:ext cx="10077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우선순위와 완료 기준을 각 영역에 입력</a:t>
            </a:r>
          </a:p>
        </p:txBody>
      </p:sp>
    </p:spTree>
    <p:extLst>
      <p:ext uri="{BB962C8B-B14F-4D97-AF65-F5344CB8AC3E}">
        <p14:creationId xmlns:p14="http://schemas.microsoft.com/office/powerpoint/2010/main" val="1476457749"/>
      </p:ext>
    </p:extLst>
  </p:cSld>
</p:sld>
</file>

<file path=ppt/slides/slide16.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9F5083B-F5EC-4DB3-9AD8-EE7D3B25263A}"/>
              </a:ext>
            </a:extLst>
          </p:cNvPr>
          <p:cNvSpPr>
            <a:spLocks xmlns:a="http://schemas.openxmlformats.org/drawingml/2006/main" noGrp="1"/>
          </p:cNvSpPr>
          <p:nvPr/>
        </p:nvSpPr>
        <p:spPr>
          <a:xfrm xmlns:a="http://schemas.openxmlformats.org/drawingml/2006/main">
            <a:off x="723900" y="2952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EA889"/>
                </a:solidFill>
                <a:latin typeface="NanumGothic"/>
                <a:ea typeface="NanumGothic"/>
                <a:cs typeface="NanumGothic"/>
              </a:defRPr>
            </a:pPr>
            <a:r>
              <a:rPr sz="1200" b="1">
                <a:solidFill>
                  <a:srgbClr val="5EA889"/>
                </a:solidFill>
                <a:latin typeface="NanumGothic"/>
                <a:ea typeface="NanumGothic"/>
                <a:cs typeface="NanumGothic"/>
              </a:rPr>
              <a:t>4. 향후 계획 및 일정  /  4.2 일정계획</a:t>
            </a:r>
          </a:p>
        </p:txBody>
      </p:sp>
      <p:sp>
        <p:nvSpPr>
          <p:cNvPr id="2" name="">
            <a:extLst xmlns:a="http://schemas.openxmlformats.org/drawingml/2006/main">
              <a:ext uri="{FF2B5EF4-FFF2-40B4-BE49-F238E27FC236}">
                <a16:creationId xmlns:a16="http://schemas.microsoft.com/office/drawing/2014/main" id="{0FB1FAE0-71FE-46BB-9E5D-D69F6EE969EB}"/>
              </a:ext>
            </a:extLst>
          </p:cNvPr>
          <p:cNvSpPr>
            <a:spLocks xmlns:a="http://schemas.openxmlformats.org/drawingml/2006/main" noGrp="1"/>
          </p:cNvSpPr>
          <p:nvPr/>
        </p:nvSpPr>
        <p:spPr>
          <a:xfrm xmlns:a="http://schemas.openxmlformats.org/drawingml/2006/main">
            <a:off x="723900" y="714375"/>
            <a:ext cx="10725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93C33"/>
                </a:solidFill>
                <a:latin typeface="NanumGothic"/>
                <a:ea typeface="NanumGothic"/>
                <a:cs typeface="NanumGothic"/>
              </a:defRPr>
            </a:pPr>
            <a:r>
              <a:rPr sz="2925" b="1">
                <a:solidFill>
                  <a:srgbClr val="193C33"/>
                </a:solidFill>
                <a:latin typeface="NanumGothic"/>
                <a:ea typeface="NanumGothic"/>
                <a:cs typeface="NanumGothic"/>
              </a:rPr>
              <a:t>일정계획</a:t>
            </a:r>
          </a:p>
        </p:txBody>
      </p:sp>
      <p:sp>
        <p:nvSpPr>
          <p:cNvPr id="3" name="">
            <a:extLst xmlns:a="http://schemas.openxmlformats.org/drawingml/2006/main">
              <a:ext uri="{FF2B5EF4-FFF2-40B4-BE49-F238E27FC236}">
                <a16:creationId xmlns:a16="http://schemas.microsoft.com/office/drawing/2014/main" id="{502486EE-D021-4386-A886-8752157162C7}"/>
              </a:ext>
            </a:extLst>
          </p:cNvPr>
          <p:cNvSpPr>
            <a:spLocks xmlns:a="http://schemas.openxmlformats.org/drawingml/2006/main" noGrp="1"/>
          </p:cNvSpPr>
          <p:nvPr/>
        </p:nvSpPr>
        <p:spPr>
          <a:xfrm xmlns:a="http://schemas.openxmlformats.org/drawingml/2006/main">
            <a:off x="733425" y="1466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607268"/>
                </a:solidFill>
                <a:latin typeface="NanumGothic"/>
                <a:ea typeface="NanumGothic"/>
                <a:cs typeface="NanumGothic"/>
              </a:defRPr>
            </a:pPr>
            <a:r>
              <a:rPr sz="1500" b="0">
                <a:solidFill>
                  <a:srgbClr val="607268"/>
                </a:solidFill>
                <a:latin typeface="NanumGothic"/>
                <a:ea typeface="NanumGothic"/>
                <a:cs typeface="NanumGothic"/>
              </a:rPr>
              <a:t>작업별 기간·담당·완료 기준을 발표 전 입력</a:t>
            </a:r>
          </a:p>
        </p:txBody>
      </p:sp>
      <p:sp>
        <p:nvSpPr>
          <p:cNvPr id="4" name="">
            <a:extLst xmlns:a="http://schemas.openxmlformats.org/drawingml/2006/main">
              <a:ext uri="{FF2B5EF4-FFF2-40B4-BE49-F238E27FC236}">
                <a16:creationId xmlns:a16="http://schemas.microsoft.com/office/drawing/2014/main" id="{5E4292E0-55F9-48BD-B9DC-FA4B4A5451BD}"/>
              </a:ext>
            </a:extLst>
          </p:cNvPr>
          <p:cNvSpPr>
            <a:spLocks xmlns:a="http://schemas.openxmlformats.org/drawingml/2006/main" noGrp="1"/>
          </p:cNvSpPr>
          <p:nvPr/>
        </p:nvSpPr>
        <p:spPr>
          <a:xfrm xmlns:a="http://schemas.openxmlformats.org/drawingml/2006/main">
            <a:off x="723900" y="6134100"/>
            <a:ext cx="10734675" cy="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5" name="">
            <a:extLst xmlns:a="http://schemas.openxmlformats.org/drawingml/2006/main">
              <a:ext uri="{FF2B5EF4-FFF2-40B4-BE49-F238E27FC236}">
                <a16:creationId xmlns:a16="http://schemas.microsoft.com/office/drawing/2014/main" id="{9F9C7BF2-41D6-4C87-8040-BAC524DC462B}"/>
              </a:ext>
            </a:extLst>
          </p:cNvPr>
          <p:cNvSpPr>
            <a:spLocks xmlns:a="http://schemas.openxmlformats.org/drawingml/2006/main" noGrp="1"/>
          </p:cNvSpPr>
          <p:nvPr/>
        </p:nvSpPr>
        <p:spPr>
          <a:xfrm xmlns:a="http://schemas.openxmlformats.org/drawingml/2006/main">
            <a:off x="733425" y="62388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607268"/>
                </a:solidFill>
                <a:latin typeface="NanumGothic"/>
                <a:ea typeface="NanumGothic"/>
                <a:cs typeface="NanumGothic"/>
              </a:defRPr>
            </a:pPr>
            <a:r>
              <a:rPr sz="975" b="0">
                <a:solidFill>
                  <a:srgbClr val="607268"/>
                </a:solidFill>
                <a:latin typeface="NanumGothic"/>
                <a:ea typeface="NanumGothic"/>
                <a:cs typeface="NanumGothic"/>
              </a:rPr>
              <a:t>QURVE  /  F시스템 발표</a:t>
            </a:r>
          </a:p>
        </p:txBody>
      </p:sp>
      <p:sp>
        <p:nvSpPr>
          <p:cNvPr id="6" name="">
            <a:extLst xmlns:a="http://schemas.openxmlformats.org/drawingml/2006/main">
              <a:ext uri="{FF2B5EF4-FFF2-40B4-BE49-F238E27FC236}">
                <a16:creationId xmlns:a16="http://schemas.microsoft.com/office/drawing/2014/main" id="{A7E97644-A0F0-4392-8E04-4BCEBF0803F7}"/>
              </a:ext>
            </a:extLst>
          </p:cNvPr>
          <p:cNvSpPr>
            <a:spLocks xmlns:a="http://schemas.openxmlformats.org/drawingml/2006/main" noGrp="1"/>
          </p:cNvSpPr>
          <p:nvPr/>
        </p:nvSpPr>
        <p:spPr>
          <a:xfrm xmlns:a="http://schemas.openxmlformats.org/drawingml/2006/main">
            <a:off x="10839450" y="6219825"/>
            <a:ext cx="638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5EA889"/>
                </a:solidFill>
                <a:latin typeface="NanumGothic"/>
                <a:ea typeface="NanumGothic"/>
                <a:cs typeface="NanumGothic"/>
              </a:defRPr>
            </a:pPr>
            <a:r>
              <a:rPr sz="1125" b="1">
                <a:solidFill>
                  <a:srgbClr val="5EA889"/>
                </a:solidFill>
                <a:latin typeface="NanumGothic"/>
                <a:ea typeface="NanumGothic"/>
                <a:cs typeface="NanumGothic"/>
              </a:rPr>
              <a:t>16</a:t>
            </a:r>
          </a:p>
        </p:txBody>
      </p:sp>
      <p:sp>
        <p:nvSpPr>
          <p:cNvPr id="7" name="">
            <a:extLst xmlns:a="http://schemas.openxmlformats.org/drawingml/2006/main">
              <a:ext uri="{FF2B5EF4-FFF2-40B4-BE49-F238E27FC236}">
                <a16:creationId xmlns:a16="http://schemas.microsoft.com/office/drawing/2014/main" id="{61160341-64E4-4841-A852-E561351D3323}"/>
              </a:ext>
            </a:extLst>
          </p:cNvPr>
          <p:cNvSpPr>
            <a:spLocks xmlns:a="http://schemas.openxmlformats.org/drawingml/2006/main" noGrp="1"/>
          </p:cNvSpPr>
          <p:nvPr/>
        </p:nvSpPr>
        <p:spPr>
          <a:xfrm xmlns:a="http://schemas.openxmlformats.org/drawingml/2006/main">
            <a:off x="790575" y="2276475"/>
            <a:ext cx="10515600" cy="542925"/>
          </a:xfrm>
          <a:prstGeom xmlns:a="http://schemas.openxmlformats.org/drawingml/2006/main" prst="rect">
            <a:avLst/>
          </a:prstGeom>
          <a:solidFill xmlns:a="http://schemas.openxmlformats.org/drawingml/2006/main">
            <a:srgbClr val="193C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5555154-7C0B-45CF-A5FF-BDE4AE295749}"/>
              </a:ext>
            </a:extLst>
          </p:cNvPr>
          <p:cNvSpPr>
            <a:spLocks xmlns:a="http://schemas.openxmlformats.org/drawingml/2006/main" noGrp="1"/>
          </p:cNvSpPr>
          <p:nvPr/>
        </p:nvSpPr>
        <p:spPr>
          <a:xfrm xmlns:a="http://schemas.openxmlformats.org/drawingml/2006/main">
            <a:off x="914400" y="2352675"/>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FFFF"/>
                </a:solidFill>
                <a:latin typeface="NanumGothic"/>
                <a:ea typeface="NanumGothic"/>
                <a:cs typeface="NanumGothic"/>
              </a:defRPr>
            </a:pPr>
            <a:r>
              <a:rPr sz="1425" b="1">
                <a:solidFill>
                  <a:srgbClr val="FFFFFF"/>
                </a:solidFill>
                <a:latin typeface="NanumGothic"/>
                <a:ea typeface="NanumGothic"/>
                <a:cs typeface="NanumGothic"/>
              </a:rPr>
              <a:t>기간</a:t>
            </a:r>
          </a:p>
        </p:txBody>
      </p:sp>
      <p:sp>
        <p:nvSpPr>
          <p:cNvPr id="9" name="">
            <a:extLst xmlns:a="http://schemas.openxmlformats.org/drawingml/2006/main">
              <a:ext uri="{FF2B5EF4-FFF2-40B4-BE49-F238E27FC236}">
                <a16:creationId xmlns:a16="http://schemas.microsoft.com/office/drawing/2014/main" id="{CA1A2380-55DD-4BCA-8503-C605002CBAD0}"/>
              </a:ext>
            </a:extLst>
          </p:cNvPr>
          <p:cNvSpPr>
            <a:spLocks xmlns:a="http://schemas.openxmlformats.org/drawingml/2006/main" noGrp="1"/>
          </p:cNvSpPr>
          <p:nvPr/>
        </p:nvSpPr>
        <p:spPr>
          <a:xfrm xmlns:a="http://schemas.openxmlformats.org/drawingml/2006/main">
            <a:off x="2962275" y="2352675"/>
            <a:ext cx="4352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FFFF"/>
                </a:solidFill>
                <a:latin typeface="NanumGothic"/>
                <a:ea typeface="NanumGothic"/>
                <a:cs typeface="NanumGothic"/>
              </a:defRPr>
            </a:pPr>
            <a:r>
              <a:rPr sz="1425" b="1">
                <a:solidFill>
                  <a:srgbClr val="FFFFFF"/>
                </a:solidFill>
                <a:latin typeface="NanumGothic"/>
                <a:ea typeface="NanumGothic"/>
                <a:cs typeface="NanumGothic"/>
              </a:rPr>
              <a:t>주요 작업</a:t>
            </a:r>
          </a:p>
        </p:txBody>
      </p:sp>
      <p:sp>
        <p:nvSpPr>
          <p:cNvPr id="10" name="">
            <a:extLst xmlns:a="http://schemas.openxmlformats.org/drawingml/2006/main">
              <a:ext uri="{FF2B5EF4-FFF2-40B4-BE49-F238E27FC236}">
                <a16:creationId xmlns:a16="http://schemas.microsoft.com/office/drawing/2014/main" id="{3F116111-92B3-43DC-BE3B-9B7DAD970EF2}"/>
              </a:ext>
            </a:extLst>
          </p:cNvPr>
          <p:cNvSpPr>
            <a:spLocks xmlns:a="http://schemas.openxmlformats.org/drawingml/2006/main" noGrp="1"/>
          </p:cNvSpPr>
          <p:nvPr/>
        </p:nvSpPr>
        <p:spPr>
          <a:xfrm xmlns:a="http://schemas.openxmlformats.org/drawingml/2006/main">
            <a:off x="7572375" y="2352675"/>
            <a:ext cx="1352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FFFF"/>
                </a:solidFill>
                <a:latin typeface="NanumGothic"/>
                <a:ea typeface="NanumGothic"/>
                <a:cs typeface="NanumGothic"/>
              </a:defRPr>
            </a:pPr>
            <a:r>
              <a:rPr sz="1425" b="1">
                <a:solidFill>
                  <a:srgbClr val="FFFFFF"/>
                </a:solidFill>
                <a:latin typeface="NanumGothic"/>
                <a:ea typeface="NanumGothic"/>
                <a:cs typeface="NanumGothic"/>
              </a:rPr>
              <a:t>담당</a:t>
            </a:r>
          </a:p>
        </p:txBody>
      </p:sp>
      <p:sp>
        <p:nvSpPr>
          <p:cNvPr id="11" name="">
            <a:extLst xmlns:a="http://schemas.openxmlformats.org/drawingml/2006/main">
              <a:ext uri="{FF2B5EF4-FFF2-40B4-BE49-F238E27FC236}">
                <a16:creationId xmlns:a16="http://schemas.microsoft.com/office/drawing/2014/main" id="{78A501E7-1BE0-498A-8CC0-2EC52D7E56F7}"/>
              </a:ext>
            </a:extLst>
          </p:cNvPr>
          <p:cNvSpPr>
            <a:spLocks xmlns:a="http://schemas.openxmlformats.org/drawingml/2006/main" noGrp="1"/>
          </p:cNvSpPr>
          <p:nvPr/>
        </p:nvSpPr>
        <p:spPr>
          <a:xfrm xmlns:a="http://schemas.openxmlformats.org/drawingml/2006/main">
            <a:off x="9182100" y="2352675"/>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FFFF"/>
                </a:solidFill>
                <a:latin typeface="NanumGothic"/>
                <a:ea typeface="NanumGothic"/>
                <a:cs typeface="NanumGothic"/>
              </a:defRPr>
            </a:pPr>
            <a:r>
              <a:rPr sz="1425" b="1">
                <a:solidFill>
                  <a:srgbClr val="FFFFFF"/>
                </a:solidFill>
                <a:latin typeface="NanumGothic"/>
                <a:ea typeface="NanumGothic"/>
                <a:cs typeface="NanumGothic"/>
              </a:rPr>
              <a:t>완료 기준</a:t>
            </a:r>
          </a:p>
        </p:txBody>
      </p:sp>
      <p:sp>
        <p:nvSpPr>
          <p:cNvPr id="12" name="">
            <a:extLst xmlns:a="http://schemas.openxmlformats.org/drawingml/2006/main">
              <a:ext uri="{FF2B5EF4-FFF2-40B4-BE49-F238E27FC236}">
                <a16:creationId xmlns:a16="http://schemas.microsoft.com/office/drawing/2014/main" id="{A866911D-60CF-48F9-889A-2AE04C77AE11}"/>
              </a:ext>
            </a:extLst>
          </p:cNvPr>
          <p:cNvSpPr>
            <a:spLocks xmlns:a="http://schemas.openxmlformats.org/drawingml/2006/main" noGrp="1"/>
          </p:cNvSpPr>
          <p:nvPr/>
        </p:nvSpPr>
        <p:spPr>
          <a:xfrm xmlns:a="http://schemas.openxmlformats.org/drawingml/2006/main">
            <a:off x="790575" y="2819400"/>
            <a:ext cx="10515600" cy="704850"/>
          </a:xfrm>
          <a:prstGeom xmlns:a="http://schemas.openxmlformats.org/drawingml/2006/main" prst="rect">
            <a:avLst/>
          </a:prstGeom>
          <a:solidFill xmlns:a="http://schemas.openxmlformats.org/drawingml/2006/main">
            <a:srgbClr val="E8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065CF10-7675-4D0D-9B8E-7CFC8267BDCB}"/>
              </a:ext>
            </a:extLst>
          </p:cNvPr>
          <p:cNvSpPr>
            <a:spLocks xmlns:a="http://schemas.openxmlformats.org/drawingml/2006/main" noGrp="1"/>
          </p:cNvSpPr>
          <p:nvPr/>
        </p:nvSpPr>
        <p:spPr>
          <a:xfrm xmlns:a="http://schemas.openxmlformats.org/drawingml/2006/main">
            <a:off x="2800350" y="2819400"/>
            <a:ext cx="0" cy="70485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4" name="">
            <a:extLst xmlns:a="http://schemas.openxmlformats.org/drawingml/2006/main">
              <a:ext uri="{FF2B5EF4-FFF2-40B4-BE49-F238E27FC236}">
                <a16:creationId xmlns:a16="http://schemas.microsoft.com/office/drawing/2014/main" id="{8584433A-6012-4B31-91CB-86F139FBBC9A}"/>
              </a:ext>
            </a:extLst>
          </p:cNvPr>
          <p:cNvSpPr>
            <a:spLocks xmlns:a="http://schemas.openxmlformats.org/drawingml/2006/main" noGrp="1"/>
          </p:cNvSpPr>
          <p:nvPr/>
        </p:nvSpPr>
        <p:spPr>
          <a:xfrm xmlns:a="http://schemas.openxmlformats.org/drawingml/2006/main">
            <a:off x="7410450" y="2819400"/>
            <a:ext cx="0" cy="70485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5" name="">
            <a:extLst xmlns:a="http://schemas.openxmlformats.org/drawingml/2006/main">
              <a:ext uri="{FF2B5EF4-FFF2-40B4-BE49-F238E27FC236}">
                <a16:creationId xmlns:a16="http://schemas.microsoft.com/office/drawing/2014/main" id="{E155554C-9CAF-4BAA-BBD6-08351396A2EB}"/>
              </a:ext>
            </a:extLst>
          </p:cNvPr>
          <p:cNvSpPr>
            <a:spLocks xmlns:a="http://schemas.openxmlformats.org/drawingml/2006/main" noGrp="1"/>
          </p:cNvSpPr>
          <p:nvPr/>
        </p:nvSpPr>
        <p:spPr>
          <a:xfrm xmlns:a="http://schemas.openxmlformats.org/drawingml/2006/main">
            <a:off x="9020175" y="2819400"/>
            <a:ext cx="0" cy="70485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6" name="">
            <a:extLst xmlns:a="http://schemas.openxmlformats.org/drawingml/2006/main">
              <a:ext uri="{FF2B5EF4-FFF2-40B4-BE49-F238E27FC236}">
                <a16:creationId xmlns:a16="http://schemas.microsoft.com/office/drawing/2014/main" id="{240B805D-6E4B-4145-A264-532BE0B29235}"/>
              </a:ext>
            </a:extLst>
          </p:cNvPr>
          <p:cNvSpPr>
            <a:spLocks xmlns:a="http://schemas.openxmlformats.org/drawingml/2006/main" noGrp="1"/>
          </p:cNvSpPr>
          <p:nvPr/>
        </p:nvSpPr>
        <p:spPr>
          <a:xfrm xmlns:a="http://schemas.openxmlformats.org/drawingml/2006/main">
            <a:off x="790575" y="3524250"/>
            <a:ext cx="10515600" cy="7048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F51E5A3-F23B-47A3-A467-3657E70D0D3B}"/>
              </a:ext>
            </a:extLst>
          </p:cNvPr>
          <p:cNvSpPr>
            <a:spLocks xmlns:a="http://schemas.openxmlformats.org/drawingml/2006/main" noGrp="1"/>
          </p:cNvSpPr>
          <p:nvPr/>
        </p:nvSpPr>
        <p:spPr>
          <a:xfrm xmlns:a="http://schemas.openxmlformats.org/drawingml/2006/main">
            <a:off x="2800350" y="3524250"/>
            <a:ext cx="0" cy="70485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8" name="">
            <a:extLst xmlns:a="http://schemas.openxmlformats.org/drawingml/2006/main">
              <a:ext uri="{FF2B5EF4-FFF2-40B4-BE49-F238E27FC236}">
                <a16:creationId xmlns:a16="http://schemas.microsoft.com/office/drawing/2014/main" id="{B3F728D9-14F0-48A7-9040-B284021BAD08}"/>
              </a:ext>
            </a:extLst>
          </p:cNvPr>
          <p:cNvSpPr>
            <a:spLocks xmlns:a="http://schemas.openxmlformats.org/drawingml/2006/main" noGrp="1"/>
          </p:cNvSpPr>
          <p:nvPr/>
        </p:nvSpPr>
        <p:spPr>
          <a:xfrm xmlns:a="http://schemas.openxmlformats.org/drawingml/2006/main">
            <a:off x="7410450" y="3524250"/>
            <a:ext cx="0" cy="70485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19" name="">
            <a:extLst xmlns:a="http://schemas.openxmlformats.org/drawingml/2006/main">
              <a:ext uri="{FF2B5EF4-FFF2-40B4-BE49-F238E27FC236}">
                <a16:creationId xmlns:a16="http://schemas.microsoft.com/office/drawing/2014/main" id="{1D6AC31D-D627-40B5-BBE2-16CC53DCE8BB}"/>
              </a:ext>
            </a:extLst>
          </p:cNvPr>
          <p:cNvSpPr>
            <a:spLocks xmlns:a="http://schemas.openxmlformats.org/drawingml/2006/main" noGrp="1"/>
          </p:cNvSpPr>
          <p:nvPr/>
        </p:nvSpPr>
        <p:spPr>
          <a:xfrm xmlns:a="http://schemas.openxmlformats.org/drawingml/2006/main">
            <a:off x="9020175" y="3524250"/>
            <a:ext cx="0" cy="70485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0" name="">
            <a:extLst xmlns:a="http://schemas.openxmlformats.org/drawingml/2006/main">
              <a:ext uri="{FF2B5EF4-FFF2-40B4-BE49-F238E27FC236}">
                <a16:creationId xmlns:a16="http://schemas.microsoft.com/office/drawing/2014/main" id="{C8ABC993-FBA7-4841-A307-BA503650ADF8}"/>
              </a:ext>
            </a:extLst>
          </p:cNvPr>
          <p:cNvSpPr>
            <a:spLocks xmlns:a="http://schemas.openxmlformats.org/drawingml/2006/main" noGrp="1"/>
          </p:cNvSpPr>
          <p:nvPr/>
        </p:nvSpPr>
        <p:spPr>
          <a:xfrm xmlns:a="http://schemas.openxmlformats.org/drawingml/2006/main">
            <a:off x="790575" y="4229100"/>
            <a:ext cx="10515600" cy="704850"/>
          </a:xfrm>
          <a:prstGeom xmlns:a="http://schemas.openxmlformats.org/drawingml/2006/main" prst="rect">
            <a:avLst/>
          </a:prstGeom>
          <a:solidFill xmlns:a="http://schemas.openxmlformats.org/drawingml/2006/main">
            <a:srgbClr val="E8F2E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6B2A34F-0064-4144-BDE0-4DD1C187E383}"/>
              </a:ext>
            </a:extLst>
          </p:cNvPr>
          <p:cNvSpPr>
            <a:spLocks xmlns:a="http://schemas.openxmlformats.org/drawingml/2006/main" noGrp="1"/>
          </p:cNvSpPr>
          <p:nvPr/>
        </p:nvSpPr>
        <p:spPr>
          <a:xfrm xmlns:a="http://schemas.openxmlformats.org/drawingml/2006/main">
            <a:off x="2800350" y="4229100"/>
            <a:ext cx="0" cy="70485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2" name="">
            <a:extLst xmlns:a="http://schemas.openxmlformats.org/drawingml/2006/main">
              <a:ext uri="{FF2B5EF4-FFF2-40B4-BE49-F238E27FC236}">
                <a16:creationId xmlns:a16="http://schemas.microsoft.com/office/drawing/2014/main" id="{82292A9A-DCE8-4DF1-A8F0-A340ECD4F636}"/>
              </a:ext>
            </a:extLst>
          </p:cNvPr>
          <p:cNvSpPr>
            <a:spLocks xmlns:a="http://schemas.openxmlformats.org/drawingml/2006/main" noGrp="1"/>
          </p:cNvSpPr>
          <p:nvPr/>
        </p:nvSpPr>
        <p:spPr>
          <a:xfrm xmlns:a="http://schemas.openxmlformats.org/drawingml/2006/main">
            <a:off x="7410450" y="4229100"/>
            <a:ext cx="0" cy="70485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3" name="">
            <a:extLst xmlns:a="http://schemas.openxmlformats.org/drawingml/2006/main">
              <a:ext uri="{FF2B5EF4-FFF2-40B4-BE49-F238E27FC236}">
                <a16:creationId xmlns:a16="http://schemas.microsoft.com/office/drawing/2014/main" id="{784C2EB5-1304-4A3D-BF02-3479B44428C3}"/>
              </a:ext>
            </a:extLst>
          </p:cNvPr>
          <p:cNvSpPr>
            <a:spLocks xmlns:a="http://schemas.openxmlformats.org/drawingml/2006/main" noGrp="1"/>
          </p:cNvSpPr>
          <p:nvPr/>
        </p:nvSpPr>
        <p:spPr>
          <a:xfrm xmlns:a="http://schemas.openxmlformats.org/drawingml/2006/main">
            <a:off x="9020175" y="4229100"/>
            <a:ext cx="0" cy="70485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4" name="">
            <a:extLst xmlns:a="http://schemas.openxmlformats.org/drawingml/2006/main">
              <a:ext uri="{FF2B5EF4-FFF2-40B4-BE49-F238E27FC236}">
                <a16:creationId xmlns:a16="http://schemas.microsoft.com/office/drawing/2014/main" id="{FFE30E6F-30F5-4A0A-B844-D0FD683B2F3B}"/>
              </a:ext>
            </a:extLst>
          </p:cNvPr>
          <p:cNvSpPr>
            <a:spLocks xmlns:a="http://schemas.openxmlformats.org/drawingml/2006/main" noGrp="1"/>
          </p:cNvSpPr>
          <p:nvPr/>
        </p:nvSpPr>
        <p:spPr>
          <a:xfrm xmlns:a="http://schemas.openxmlformats.org/drawingml/2006/main">
            <a:off x="790575" y="4933950"/>
            <a:ext cx="10515600" cy="7048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B16192F-D530-4B1A-9122-407BC752BB88}"/>
              </a:ext>
            </a:extLst>
          </p:cNvPr>
          <p:cNvSpPr>
            <a:spLocks xmlns:a="http://schemas.openxmlformats.org/drawingml/2006/main" noGrp="1"/>
          </p:cNvSpPr>
          <p:nvPr/>
        </p:nvSpPr>
        <p:spPr>
          <a:xfrm xmlns:a="http://schemas.openxmlformats.org/drawingml/2006/main">
            <a:off x="2800350" y="4933950"/>
            <a:ext cx="0" cy="70485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6" name="">
            <a:extLst xmlns:a="http://schemas.openxmlformats.org/drawingml/2006/main">
              <a:ext uri="{FF2B5EF4-FFF2-40B4-BE49-F238E27FC236}">
                <a16:creationId xmlns:a16="http://schemas.microsoft.com/office/drawing/2014/main" id="{04945F16-ED36-4F34-9E54-F27A138A73CA}"/>
              </a:ext>
            </a:extLst>
          </p:cNvPr>
          <p:cNvSpPr>
            <a:spLocks xmlns:a="http://schemas.openxmlformats.org/drawingml/2006/main" noGrp="1"/>
          </p:cNvSpPr>
          <p:nvPr/>
        </p:nvSpPr>
        <p:spPr>
          <a:xfrm xmlns:a="http://schemas.openxmlformats.org/drawingml/2006/main">
            <a:off x="7410450" y="4933950"/>
            <a:ext cx="0" cy="70485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7" name="">
            <a:extLst xmlns:a="http://schemas.openxmlformats.org/drawingml/2006/main">
              <a:ext uri="{FF2B5EF4-FFF2-40B4-BE49-F238E27FC236}">
                <a16:creationId xmlns:a16="http://schemas.microsoft.com/office/drawing/2014/main" id="{8C3C55AF-153C-4B83-99CD-7F574367F3AB}"/>
              </a:ext>
            </a:extLst>
          </p:cNvPr>
          <p:cNvSpPr>
            <a:spLocks xmlns:a="http://schemas.openxmlformats.org/drawingml/2006/main" noGrp="1"/>
          </p:cNvSpPr>
          <p:nvPr/>
        </p:nvSpPr>
        <p:spPr>
          <a:xfrm xmlns:a="http://schemas.openxmlformats.org/drawingml/2006/main">
            <a:off x="9020175" y="4933950"/>
            <a:ext cx="0" cy="704850"/>
          </a:xfrm>
          <a:prstGeom xmlns:a="http://schemas.openxmlformats.org/drawingml/2006/main" prst="line">
            <a:avLst/>
          </a:prstGeom>
          <a:noFill xmlns:a="http://schemas.openxmlformats.org/drawingml/2006/main"/>
          <a:ln xmlns:a="http://schemas.openxmlformats.org/drawingml/2006/main" w="9525">
            <a:solidFill>
              <a:srgbClr val="B9D3C3"/>
            </a:solidFill>
          </a:ln>
        </p:spPr>
      </p:sp>
      <p:sp>
        <p:nvSpPr>
          <p:cNvPr id="28" name="">
            <a:extLst xmlns:a="http://schemas.openxmlformats.org/drawingml/2006/main">
              <a:ext uri="{FF2B5EF4-FFF2-40B4-BE49-F238E27FC236}">
                <a16:creationId xmlns:a16="http://schemas.microsoft.com/office/drawing/2014/main" id="{28FE81CB-8E58-4E49-94AE-00F7CDE85B8F}"/>
              </a:ext>
            </a:extLst>
          </p:cNvPr>
          <p:cNvSpPr>
            <a:spLocks xmlns:a="http://schemas.openxmlformats.org/drawingml/2006/main" noGrp="1"/>
          </p:cNvSpPr>
          <p:nvPr/>
        </p:nvSpPr>
        <p:spPr>
          <a:xfrm xmlns:a="http://schemas.openxmlformats.org/drawingml/2006/main">
            <a:off x="790575" y="5638800"/>
            <a:ext cx="10515600" cy="0"/>
          </a:xfrm>
          <a:prstGeom xmlns:a="http://schemas.openxmlformats.org/drawingml/2006/main" prst="line">
            <a:avLst/>
          </a:prstGeom>
          <a:noFill xmlns:a="http://schemas.openxmlformats.org/drawingml/2006/main"/>
          <a:ln xmlns:a="http://schemas.openxmlformats.org/drawingml/2006/main" w="19050">
            <a:solidFill>
              <a:srgbClr val="B9D3C3"/>
            </a:solidFill>
          </a:ln>
        </p:spPr>
      </p:sp>
      <p:sp>
        <p:nvSpPr>
          <p:cNvPr id="29" name="">
            <a:extLst xmlns:a="http://schemas.openxmlformats.org/drawingml/2006/main">
              <a:ext uri="{FF2B5EF4-FFF2-40B4-BE49-F238E27FC236}">
                <a16:creationId xmlns:a16="http://schemas.microsoft.com/office/drawing/2014/main" id="{DCF1CA2D-06E6-452D-866D-611EAD31A089}"/>
              </a:ext>
            </a:extLst>
          </p:cNvPr>
          <p:cNvSpPr>
            <a:spLocks xmlns:a="http://schemas.openxmlformats.org/drawingml/2006/main" noGrp="1"/>
          </p:cNvSpPr>
          <p:nvPr/>
        </p:nvSpPr>
        <p:spPr>
          <a:xfrm xmlns:a="http://schemas.openxmlformats.org/drawingml/2006/main">
            <a:off x="800100" y="5753100"/>
            <a:ext cx="2219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07268"/>
                </a:solidFill>
                <a:latin typeface="NanumGothic"/>
                <a:ea typeface="NanumGothic"/>
                <a:cs typeface="NanumGothic"/>
              </a:defRPr>
            </a:pPr>
            <a:r>
              <a:rPr sz="1275" b="0">
                <a:solidFill>
                  <a:srgbClr val="607268"/>
                </a:solidFill>
                <a:latin typeface="NanumGothic"/>
                <a:ea typeface="NanumGothic"/>
                <a:cs typeface="NanumGothic"/>
              </a:rPr>
              <a:t>작성 기준일</a:t>
            </a:r>
          </a:p>
        </p:txBody>
      </p:sp>
      <p:sp>
        <p:nvSpPr>
          <p:cNvPr id="30" name="">
            <a:extLst xmlns:a="http://schemas.openxmlformats.org/drawingml/2006/main">
              <a:ext uri="{FF2B5EF4-FFF2-40B4-BE49-F238E27FC236}">
                <a16:creationId xmlns:a16="http://schemas.microsoft.com/office/drawing/2014/main" id="{8EE54043-F7F3-4A9C-A118-895D6BEBF561}"/>
              </a:ext>
            </a:extLst>
          </p:cNvPr>
          <p:cNvSpPr>
            <a:spLocks xmlns:a="http://schemas.openxmlformats.org/drawingml/2006/main" noGrp="1"/>
          </p:cNvSpPr>
          <p:nvPr/>
        </p:nvSpPr>
        <p:spPr>
          <a:xfrm xmlns:a="http://schemas.openxmlformats.org/drawingml/2006/main">
            <a:off x="1895475" y="5934075"/>
            <a:ext cx="2095500" cy="0"/>
          </a:xfrm>
          <a:prstGeom xmlns:a="http://schemas.openxmlformats.org/drawingml/2006/main" prst="line">
            <a:avLst/>
          </a:prstGeom>
          <a:noFill xmlns:a="http://schemas.openxmlformats.org/drawingml/2006/main"/>
          <a:ln xmlns:a="http://schemas.openxmlformats.org/drawingml/2006/main" w="9525">
            <a:solidFill>
              <a:srgbClr val="B9D3C3"/>
            </a:solidFill>
          </a:ln>
        </p:spPr>
      </p:sp>
    </p:spTree>
    <p:extLst>
      <p:ext uri="{BB962C8B-B14F-4D97-AF65-F5344CB8AC3E}">
        <p14:creationId xmlns:p14="http://schemas.microsoft.com/office/powerpoint/2010/main" val="1402198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2026-09-28T13:11:52.1450000Z</dcterms:created>
  <dcterms:modified xsi:type="dcterms:W3CDTF">2026-09-28T13:11:52.1450000Z</dcterms:modified>
</coreProperties>
</file>